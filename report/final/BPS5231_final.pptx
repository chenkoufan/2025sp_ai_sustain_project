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7"/>
  </p:notesMasterIdLst>
  <p:sldIdLst>
    <p:sldId id="299" r:id="rId2"/>
    <p:sldId id="302" r:id="rId3"/>
    <p:sldId id="285" r:id="rId4"/>
    <p:sldId id="303" r:id="rId5"/>
    <p:sldId id="286" r:id="rId6"/>
    <p:sldId id="294" r:id="rId7"/>
    <p:sldId id="289" r:id="rId8"/>
    <p:sldId id="313" r:id="rId9"/>
    <p:sldId id="297" r:id="rId10"/>
    <p:sldId id="304" r:id="rId11"/>
    <p:sldId id="290" r:id="rId12"/>
    <p:sldId id="305" r:id="rId13"/>
    <p:sldId id="291" r:id="rId14"/>
    <p:sldId id="293" r:id="rId15"/>
    <p:sldId id="296" r:id="rId16"/>
    <p:sldId id="298" r:id="rId17"/>
    <p:sldId id="311" r:id="rId18"/>
    <p:sldId id="312" r:id="rId19"/>
    <p:sldId id="309" r:id="rId20"/>
    <p:sldId id="295" r:id="rId21"/>
    <p:sldId id="307" r:id="rId22"/>
    <p:sldId id="308" r:id="rId23"/>
    <p:sldId id="310" r:id="rId24"/>
    <p:sldId id="314" r:id="rId25"/>
    <p:sldId id="30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EE"/>
    <a:srgbClr val="DE00E3"/>
    <a:srgbClr val="00C2BB"/>
    <a:srgbClr val="00D4CD"/>
    <a:srgbClr val="FF4D4F"/>
    <a:srgbClr val="00E6E2"/>
    <a:srgbClr val="00ED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288F2-554B-322B-0C7C-44E416904A45}" v="927" dt="2025-11-18T14:55:14.773"/>
    <p1510:client id="{904CD175-AC5B-E18E-28A7-C1F90A0DB675}" v="96" dt="2025-11-19T06:20:55.465"/>
    <p1510:client id="{A5903B6B-15D0-1DAE-A40C-ECD955CFDBE2}" v="119" dt="2025-11-19T05:27:15.314"/>
    <p1510:client id="{D5E611CA-3582-88C2-7FDF-1904ABB77AC8}" v="382" dt="2025-11-19T02:20:42.853"/>
    <p1510:client id="{F0953773-A682-A885-BD54-EE6723A88272}" v="590" dt="2025-11-19T02:24:38.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6" y="7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fan Chen" userId="efc0740212d19fd3" providerId="LiveId" clId="{8D13FB51-002E-4D64-9935-0D3776F1FE82}"/>
    <pc:docChg chg="undo redo custSel addSld delSld modSld sldOrd">
      <pc:chgData name="Kefan Chen" userId="efc0740212d19fd3" providerId="LiveId" clId="{8D13FB51-002E-4D64-9935-0D3776F1FE82}" dt="2025-11-17T12:41:57.087" v="3457" actId="478"/>
      <pc:docMkLst>
        <pc:docMk/>
      </pc:docMkLst>
      <pc:sldChg chg="addSp delSp modSp mod modTransition">
        <pc:chgData name="Kefan Chen" userId="efc0740212d19fd3" providerId="LiveId" clId="{8D13FB51-002E-4D64-9935-0D3776F1FE82}" dt="2025-11-10T13:07:21.925" v="2627" actId="478"/>
        <pc:sldMkLst>
          <pc:docMk/>
          <pc:sldMk cId="4000231003" sldId="285"/>
        </pc:sldMkLst>
        <pc:spChg chg="add mod">
          <ac:chgData name="Kefan Chen" userId="efc0740212d19fd3" providerId="LiveId" clId="{8D13FB51-002E-4D64-9935-0D3776F1FE82}" dt="2025-11-10T13:07:19.151" v="2626" actId="1076"/>
          <ac:spMkLst>
            <pc:docMk/>
            <pc:sldMk cId="4000231003" sldId="285"/>
            <ac:spMk id="9" creationId="{1541718A-4798-7F6D-38A5-872D2F9664C4}"/>
          </ac:spMkLst>
        </pc:spChg>
      </pc:sldChg>
      <pc:sldChg chg="addSp delSp modSp mod modTransition">
        <pc:chgData name="Kefan Chen" userId="efc0740212d19fd3" providerId="LiveId" clId="{8D13FB51-002E-4D64-9935-0D3776F1FE82}" dt="2025-11-10T13:28:39.300" v="2650" actId="14100"/>
        <pc:sldMkLst>
          <pc:docMk/>
          <pc:sldMk cId="3149422443" sldId="286"/>
        </pc:sldMkLst>
        <pc:spChg chg="add del mod">
          <ac:chgData name="Kefan Chen" userId="efc0740212d19fd3" providerId="LiveId" clId="{8D13FB51-002E-4D64-9935-0D3776F1FE82}" dt="2025-11-10T13:28:39.300" v="2650" actId="14100"/>
          <ac:spMkLst>
            <pc:docMk/>
            <pc:sldMk cId="3149422443" sldId="286"/>
            <ac:spMk id="5" creationId="{B15003A8-2488-4CC0-6E0B-119EBD3D9BB4}"/>
          </ac:spMkLst>
        </pc:spChg>
      </pc:sldChg>
      <pc:sldChg chg="addSp delSp modSp mod modTransition">
        <pc:chgData name="Kefan Chen" userId="efc0740212d19fd3" providerId="LiveId" clId="{8D13FB51-002E-4D64-9935-0D3776F1FE82}" dt="2025-11-14T13:57:19.110" v="3058" actId="207"/>
        <pc:sldMkLst>
          <pc:docMk/>
          <pc:sldMk cId="718464419" sldId="289"/>
        </pc:sldMkLst>
        <pc:spChg chg="add mod">
          <ac:chgData name="Kefan Chen" userId="efc0740212d19fd3" providerId="LiveId" clId="{8D13FB51-002E-4D64-9935-0D3776F1FE82}" dt="2025-11-10T13:28:49.840" v="2654"/>
          <ac:spMkLst>
            <pc:docMk/>
            <pc:sldMk cId="718464419" sldId="289"/>
            <ac:spMk id="2" creationId="{C2156D19-BC9F-D0D3-53A5-DA813E9728B0}"/>
          </ac:spMkLst>
        </pc:spChg>
        <pc:spChg chg="mod">
          <ac:chgData name="Kefan Chen" userId="efc0740212d19fd3" providerId="LiveId" clId="{8D13FB51-002E-4D64-9935-0D3776F1FE82}" dt="2025-11-14T13:57:19.110" v="3058" actId="207"/>
          <ac:spMkLst>
            <pc:docMk/>
            <pc:sldMk cId="718464419" sldId="289"/>
            <ac:spMk id="4" creationId="{F32868CF-903B-DEE3-DA90-DA4B525E1F40}"/>
          </ac:spMkLst>
        </pc:spChg>
        <pc:picChg chg="add mod ord">
          <ac:chgData name="Kefan Chen" userId="efc0740212d19fd3" providerId="LiveId" clId="{8D13FB51-002E-4D64-9935-0D3776F1FE82}" dt="2025-11-11T13:33:29.757" v="2799" actId="1076"/>
          <ac:picMkLst>
            <pc:docMk/>
            <pc:sldMk cId="718464419" sldId="289"/>
            <ac:picMk id="6" creationId="{062A8889-8EF6-7E4B-4A5D-09DE19DCC711}"/>
          </ac:picMkLst>
        </pc:picChg>
      </pc:sldChg>
      <pc:sldChg chg="addSp delSp modSp mod modTransition">
        <pc:chgData name="Kefan Chen" userId="efc0740212d19fd3" providerId="LiveId" clId="{8D13FB51-002E-4D64-9935-0D3776F1FE82}" dt="2025-11-14T13:58:49.560" v="3081" actId="207"/>
        <pc:sldMkLst>
          <pc:docMk/>
          <pc:sldMk cId="2998564678" sldId="290"/>
        </pc:sldMkLst>
        <pc:spChg chg="add del">
          <ac:chgData name="Kefan Chen" userId="efc0740212d19fd3" providerId="LiveId" clId="{8D13FB51-002E-4D64-9935-0D3776F1FE82}" dt="2025-11-11T13:51:33.552" v="2939" actId="478"/>
          <ac:spMkLst>
            <pc:docMk/>
            <pc:sldMk cId="2998564678" sldId="290"/>
            <ac:spMk id="3" creationId="{297E76DA-2F80-3497-F574-A37A06FCF37F}"/>
          </ac:spMkLst>
        </pc:spChg>
        <pc:spChg chg="mod">
          <ac:chgData name="Kefan Chen" userId="efc0740212d19fd3" providerId="LiveId" clId="{8D13FB51-002E-4D64-9935-0D3776F1FE82}" dt="2025-11-14T13:58:49.560" v="3081" actId="207"/>
          <ac:spMkLst>
            <pc:docMk/>
            <pc:sldMk cId="2998564678" sldId="290"/>
            <ac:spMk id="4" creationId="{6FE246A7-897D-9B87-6263-DECBC264BC6E}"/>
          </ac:spMkLst>
        </pc:spChg>
        <pc:spChg chg="add mod">
          <ac:chgData name="Kefan Chen" userId="efc0740212d19fd3" providerId="LiveId" clId="{8D13FB51-002E-4D64-9935-0D3776F1FE82}" dt="2025-11-10T13:29:00.584" v="2658"/>
          <ac:spMkLst>
            <pc:docMk/>
            <pc:sldMk cId="2998564678" sldId="290"/>
            <ac:spMk id="9" creationId="{A3C3408A-A82E-B539-6A42-96A083704BE4}"/>
          </ac:spMkLst>
        </pc:spChg>
        <pc:picChg chg="add mod">
          <ac:chgData name="Kefan Chen" userId="efc0740212d19fd3" providerId="LiveId" clId="{8D13FB51-002E-4D64-9935-0D3776F1FE82}" dt="2025-11-11T13:40:19.644" v="2828" actId="1076"/>
          <ac:picMkLst>
            <pc:docMk/>
            <pc:sldMk cId="2998564678" sldId="290"/>
            <ac:picMk id="14" creationId="{AA7A0FAE-8556-A4AE-5A00-9B203AF19A5D}"/>
          </ac:picMkLst>
        </pc:picChg>
      </pc:sldChg>
      <pc:sldChg chg="addSp delSp modSp mod modTransition">
        <pc:chgData name="Kefan Chen" userId="efc0740212d19fd3" providerId="LiveId" clId="{8D13FB51-002E-4D64-9935-0D3776F1FE82}" dt="2025-11-17T12:41:57.087" v="3457" actId="478"/>
        <pc:sldMkLst>
          <pc:docMk/>
          <pc:sldMk cId="3887572608" sldId="291"/>
        </pc:sldMkLst>
        <pc:spChg chg="add mod">
          <ac:chgData name="Kefan Chen" userId="efc0740212d19fd3" providerId="LiveId" clId="{8D13FB51-002E-4D64-9935-0D3776F1FE82}" dt="2025-11-10T13:29:03.936" v="2660"/>
          <ac:spMkLst>
            <pc:docMk/>
            <pc:sldMk cId="3887572608" sldId="291"/>
            <ac:spMk id="7" creationId="{C5CBF870-A9FF-6F7B-FD9A-DF27C88B1CB6}"/>
          </ac:spMkLst>
        </pc:spChg>
        <pc:spChg chg="mod">
          <ac:chgData name="Kefan Chen" userId="efc0740212d19fd3" providerId="LiveId" clId="{8D13FB51-002E-4D64-9935-0D3776F1FE82}" dt="2025-11-17T12:36:16.267" v="3436" actId="1076"/>
          <ac:spMkLst>
            <pc:docMk/>
            <pc:sldMk cId="3887572608" sldId="291"/>
            <ac:spMk id="8" creationId="{1CB4313A-474B-EFC7-E118-9DA08B036381}"/>
          </ac:spMkLst>
        </pc:spChg>
        <pc:picChg chg="add mod">
          <ac:chgData name="Kefan Chen" userId="efc0740212d19fd3" providerId="LiveId" clId="{8D13FB51-002E-4D64-9935-0D3776F1FE82}" dt="2025-11-14T14:01:51.503" v="3208" actId="1076"/>
          <ac:picMkLst>
            <pc:docMk/>
            <pc:sldMk cId="3887572608" sldId="291"/>
            <ac:picMk id="4" creationId="{5A5D2F7C-76EA-E534-C39C-EB6BCCEC4BED}"/>
          </ac:picMkLst>
        </pc:picChg>
        <pc:picChg chg="add mod">
          <ac:chgData name="Kefan Chen" userId="efc0740212d19fd3" providerId="LiveId" clId="{8D13FB51-002E-4D64-9935-0D3776F1FE82}" dt="2025-11-17T12:36:20.039" v="3437" actId="1076"/>
          <ac:picMkLst>
            <pc:docMk/>
            <pc:sldMk cId="3887572608" sldId="291"/>
            <ac:picMk id="10" creationId="{68C5966E-01BB-1EB8-387D-F450F5E62621}"/>
          </ac:picMkLst>
        </pc:picChg>
      </pc:sldChg>
      <pc:sldChg chg="addSp delSp modSp mod modTransition">
        <pc:chgData name="Kefan Chen" userId="efc0740212d19fd3" providerId="LiveId" clId="{8D13FB51-002E-4D64-9935-0D3776F1FE82}" dt="2025-11-14T14:02:41.352" v="3213" actId="1076"/>
        <pc:sldMkLst>
          <pc:docMk/>
          <pc:sldMk cId="3223117846" sldId="293"/>
        </pc:sldMkLst>
        <pc:spChg chg="mod">
          <ac:chgData name="Kefan Chen" userId="efc0740212d19fd3" providerId="LiveId" clId="{8D13FB51-002E-4D64-9935-0D3776F1FE82}" dt="2025-11-11T13:52:06.413" v="2947" actId="13926"/>
          <ac:spMkLst>
            <pc:docMk/>
            <pc:sldMk cId="3223117846" sldId="293"/>
            <ac:spMk id="4" creationId="{31A627F4-AB7C-C76B-CC04-02AC43E3BE20}"/>
          </ac:spMkLst>
        </pc:spChg>
        <pc:spChg chg="add mod">
          <ac:chgData name="Kefan Chen" userId="efc0740212d19fd3" providerId="LiveId" clId="{8D13FB51-002E-4D64-9935-0D3776F1FE82}" dt="2025-11-10T13:29:07.559" v="2662"/>
          <ac:spMkLst>
            <pc:docMk/>
            <pc:sldMk cId="3223117846" sldId="293"/>
            <ac:spMk id="8" creationId="{E0B9F985-1587-A461-E222-8B0E233919A2}"/>
          </ac:spMkLst>
        </pc:spChg>
        <pc:picChg chg="add mod modCrop">
          <ac:chgData name="Kefan Chen" userId="efc0740212d19fd3" providerId="LiveId" clId="{8D13FB51-002E-4D64-9935-0D3776F1FE82}" dt="2025-11-11T13:45:26.129" v="2896" actId="1076"/>
          <ac:picMkLst>
            <pc:docMk/>
            <pc:sldMk cId="3223117846" sldId="293"/>
            <ac:picMk id="2" creationId="{7C6E3D2C-346F-1BB7-8F18-611550682E7E}"/>
          </ac:picMkLst>
        </pc:picChg>
        <pc:picChg chg="add mod">
          <ac:chgData name="Kefan Chen" userId="efc0740212d19fd3" providerId="LiveId" clId="{8D13FB51-002E-4D64-9935-0D3776F1FE82}" dt="2025-11-11T13:45:26.129" v="2896" actId="1076"/>
          <ac:picMkLst>
            <pc:docMk/>
            <pc:sldMk cId="3223117846" sldId="293"/>
            <ac:picMk id="3" creationId="{F87F1095-CB69-7995-EDC5-4E41BD3A01D5}"/>
          </ac:picMkLst>
        </pc:picChg>
        <pc:picChg chg="add mod">
          <ac:chgData name="Kefan Chen" userId="efc0740212d19fd3" providerId="LiveId" clId="{8D13FB51-002E-4D64-9935-0D3776F1FE82}" dt="2025-11-11T13:45:26.129" v="2896" actId="1076"/>
          <ac:picMkLst>
            <pc:docMk/>
            <pc:sldMk cId="3223117846" sldId="293"/>
            <ac:picMk id="9" creationId="{26B33904-4A0E-89DE-9600-DBD65CED9817}"/>
          </ac:picMkLst>
        </pc:picChg>
        <pc:picChg chg="add mod">
          <ac:chgData name="Kefan Chen" userId="efc0740212d19fd3" providerId="LiveId" clId="{8D13FB51-002E-4D64-9935-0D3776F1FE82}" dt="2025-11-11T13:45:26.129" v="2896" actId="1076"/>
          <ac:picMkLst>
            <pc:docMk/>
            <pc:sldMk cId="3223117846" sldId="293"/>
            <ac:picMk id="11" creationId="{6AC4EB9E-C2E9-9D83-C600-DF3872643AD9}"/>
          </ac:picMkLst>
        </pc:picChg>
        <pc:picChg chg="add mod">
          <ac:chgData name="Kefan Chen" userId="efc0740212d19fd3" providerId="LiveId" clId="{8D13FB51-002E-4D64-9935-0D3776F1FE82}" dt="2025-11-11T13:45:26.129" v="2896" actId="1076"/>
          <ac:picMkLst>
            <pc:docMk/>
            <pc:sldMk cId="3223117846" sldId="293"/>
            <ac:picMk id="12" creationId="{255206CA-51A7-280F-0499-D412AB03D7C1}"/>
          </ac:picMkLst>
        </pc:picChg>
        <pc:picChg chg="add mod">
          <ac:chgData name="Kefan Chen" userId="efc0740212d19fd3" providerId="LiveId" clId="{8D13FB51-002E-4D64-9935-0D3776F1FE82}" dt="2025-11-11T13:45:26.129" v="2896" actId="1076"/>
          <ac:picMkLst>
            <pc:docMk/>
            <pc:sldMk cId="3223117846" sldId="293"/>
            <ac:picMk id="13" creationId="{418570C1-6491-5081-965B-6F4734943F50}"/>
          </ac:picMkLst>
        </pc:picChg>
        <pc:picChg chg="add mod">
          <ac:chgData name="Kefan Chen" userId="efc0740212d19fd3" providerId="LiveId" clId="{8D13FB51-002E-4D64-9935-0D3776F1FE82}" dt="2025-11-11T13:45:26.129" v="2896" actId="1076"/>
          <ac:picMkLst>
            <pc:docMk/>
            <pc:sldMk cId="3223117846" sldId="293"/>
            <ac:picMk id="14" creationId="{F54E9D4A-57DC-783D-4B00-92F752D19631}"/>
          </ac:picMkLst>
        </pc:picChg>
        <pc:picChg chg="add mod">
          <ac:chgData name="Kefan Chen" userId="efc0740212d19fd3" providerId="LiveId" clId="{8D13FB51-002E-4D64-9935-0D3776F1FE82}" dt="2025-11-11T13:45:26.129" v="2896" actId="1076"/>
          <ac:picMkLst>
            <pc:docMk/>
            <pc:sldMk cId="3223117846" sldId="293"/>
            <ac:picMk id="15" creationId="{76308634-E77E-4073-BC84-5978836E09CE}"/>
          </ac:picMkLst>
        </pc:picChg>
        <pc:picChg chg="add mod">
          <ac:chgData name="Kefan Chen" userId="efc0740212d19fd3" providerId="LiveId" clId="{8D13FB51-002E-4D64-9935-0D3776F1FE82}" dt="2025-11-11T13:45:26.129" v="2896" actId="1076"/>
          <ac:picMkLst>
            <pc:docMk/>
            <pc:sldMk cId="3223117846" sldId="293"/>
            <ac:picMk id="16" creationId="{EE633077-E4AE-D813-D8FA-8F635333E029}"/>
          </ac:picMkLst>
        </pc:picChg>
        <pc:picChg chg="add mod">
          <ac:chgData name="Kefan Chen" userId="efc0740212d19fd3" providerId="LiveId" clId="{8D13FB51-002E-4D64-9935-0D3776F1FE82}" dt="2025-11-11T13:45:26.129" v="2896" actId="1076"/>
          <ac:picMkLst>
            <pc:docMk/>
            <pc:sldMk cId="3223117846" sldId="293"/>
            <ac:picMk id="17" creationId="{A88BE14D-B27D-9511-7EE9-9366F01CA2FA}"/>
          </ac:picMkLst>
        </pc:picChg>
        <pc:picChg chg="add mod">
          <ac:chgData name="Kefan Chen" userId="efc0740212d19fd3" providerId="LiveId" clId="{8D13FB51-002E-4D64-9935-0D3776F1FE82}" dt="2025-11-14T14:02:41.352" v="3213" actId="1076"/>
          <ac:picMkLst>
            <pc:docMk/>
            <pc:sldMk cId="3223117846" sldId="293"/>
            <ac:picMk id="18" creationId="{D1ADFC8C-98E0-0549-5E44-0E1575815B90}"/>
          </ac:picMkLst>
        </pc:picChg>
      </pc:sldChg>
      <pc:sldChg chg="addSp delSp modSp mod modTransition">
        <pc:chgData name="Kefan Chen" userId="efc0740212d19fd3" providerId="LiveId" clId="{8D13FB51-002E-4D64-9935-0D3776F1FE82}" dt="2025-11-10T13:28:46.307" v="2652"/>
        <pc:sldMkLst>
          <pc:docMk/>
          <pc:sldMk cId="3221733223" sldId="294"/>
        </pc:sldMkLst>
        <pc:spChg chg="add mod">
          <ac:chgData name="Kefan Chen" userId="efc0740212d19fd3" providerId="LiveId" clId="{8D13FB51-002E-4D64-9935-0D3776F1FE82}" dt="2025-11-10T13:28:46.307" v="2652"/>
          <ac:spMkLst>
            <pc:docMk/>
            <pc:sldMk cId="3221733223" sldId="294"/>
            <ac:spMk id="2" creationId="{B8EE9B97-DD6D-16A7-C505-D95EDB700EE8}"/>
          </ac:spMkLst>
        </pc:spChg>
      </pc:sldChg>
      <pc:sldChg chg="addSp delSp modSp mod modTransition">
        <pc:chgData name="Kefan Chen" userId="efc0740212d19fd3" providerId="LiveId" clId="{8D13FB51-002E-4D64-9935-0D3776F1FE82}" dt="2025-11-11T13:52:45.314" v="2950" actId="13926"/>
        <pc:sldMkLst>
          <pc:docMk/>
          <pc:sldMk cId="1164129650" sldId="295"/>
        </pc:sldMkLst>
        <pc:spChg chg="mod">
          <ac:chgData name="Kefan Chen" userId="efc0740212d19fd3" providerId="LiveId" clId="{8D13FB51-002E-4D64-9935-0D3776F1FE82}" dt="2025-11-11T13:52:45.314" v="2950" actId="13926"/>
          <ac:spMkLst>
            <pc:docMk/>
            <pc:sldMk cId="1164129650" sldId="295"/>
            <ac:spMk id="4" creationId="{A16BA5FC-068C-3356-2E35-B95413E0116E}"/>
          </ac:spMkLst>
        </pc:spChg>
        <pc:spChg chg="add mod">
          <ac:chgData name="Kefan Chen" userId="efc0740212d19fd3" providerId="LiveId" clId="{8D13FB51-002E-4D64-9935-0D3776F1FE82}" dt="2025-11-10T13:29:19.079" v="2668"/>
          <ac:spMkLst>
            <pc:docMk/>
            <pc:sldMk cId="1164129650" sldId="295"/>
            <ac:spMk id="11" creationId="{BF77347C-CE77-8389-92FB-C5E2A63D7EEC}"/>
          </ac:spMkLst>
        </pc:spChg>
      </pc:sldChg>
      <pc:sldChg chg="addSp delSp modSp mod modTransition">
        <pc:chgData name="Kefan Chen" userId="efc0740212d19fd3" providerId="LiveId" clId="{8D13FB51-002E-4D64-9935-0D3776F1FE82}" dt="2025-11-14T14:08:53.870" v="3332" actId="207"/>
        <pc:sldMkLst>
          <pc:docMk/>
          <pc:sldMk cId="3556006600" sldId="296"/>
        </pc:sldMkLst>
        <pc:spChg chg="add mod">
          <ac:chgData name="Kefan Chen" userId="efc0740212d19fd3" providerId="LiveId" clId="{8D13FB51-002E-4D64-9935-0D3776F1FE82}" dt="2025-11-14T14:03:01.588" v="3216" actId="14100"/>
          <ac:spMkLst>
            <pc:docMk/>
            <pc:sldMk cId="3556006600" sldId="296"/>
            <ac:spMk id="2" creationId="{4101C826-1647-F69F-E6EA-D76DEE44BF7F}"/>
          </ac:spMkLst>
        </pc:spChg>
        <pc:spChg chg="mod">
          <ac:chgData name="Kefan Chen" userId="efc0740212d19fd3" providerId="LiveId" clId="{8D13FB51-002E-4D64-9935-0D3776F1FE82}" dt="2025-11-14T14:08:53.870" v="3332" actId="207"/>
          <ac:spMkLst>
            <pc:docMk/>
            <pc:sldMk cId="3556006600" sldId="296"/>
            <ac:spMk id="4" creationId="{16854BA0-6D8D-440F-3F91-EBA46369D6A1}"/>
          </ac:spMkLst>
        </pc:spChg>
        <pc:spChg chg="add mod">
          <ac:chgData name="Kefan Chen" userId="efc0740212d19fd3" providerId="LiveId" clId="{8D13FB51-002E-4D64-9935-0D3776F1FE82}" dt="2025-11-14T14:02:58.124" v="3215" actId="14100"/>
          <ac:spMkLst>
            <pc:docMk/>
            <pc:sldMk cId="3556006600" sldId="296"/>
            <ac:spMk id="5" creationId="{C0211C97-DB86-62E5-73B6-873F264A39E0}"/>
          </ac:spMkLst>
        </pc:spChg>
        <pc:spChg chg="add mod">
          <ac:chgData name="Kefan Chen" userId="efc0740212d19fd3" providerId="LiveId" clId="{8D13FB51-002E-4D64-9935-0D3776F1FE82}" dt="2025-11-14T14:03:03.761" v="3217" actId="1076"/>
          <ac:spMkLst>
            <pc:docMk/>
            <pc:sldMk cId="3556006600" sldId="296"/>
            <ac:spMk id="9" creationId="{D2FA2DC2-183E-06BB-46FB-8D8F75F449EB}"/>
          </ac:spMkLst>
        </pc:spChg>
        <pc:spChg chg="add mod">
          <ac:chgData name="Kefan Chen" userId="efc0740212d19fd3" providerId="LiveId" clId="{8D13FB51-002E-4D64-9935-0D3776F1FE82}" dt="2025-11-10T13:29:11.069" v="2664"/>
          <ac:spMkLst>
            <pc:docMk/>
            <pc:sldMk cId="3556006600" sldId="296"/>
            <ac:spMk id="10" creationId="{ECC044CB-0399-1091-1BEE-6AF9E1AC25C5}"/>
          </ac:spMkLst>
        </pc:spChg>
        <pc:picChg chg="add mod">
          <ac:chgData name="Kefan Chen" userId="efc0740212d19fd3" providerId="LiveId" clId="{8D13FB51-002E-4D64-9935-0D3776F1FE82}" dt="2025-11-11T13:49:15.806" v="2912" actId="1076"/>
          <ac:picMkLst>
            <pc:docMk/>
            <pc:sldMk cId="3556006600" sldId="296"/>
            <ac:picMk id="13" creationId="{A898D07E-B856-8AFB-DFE4-7DE0C84D58DF}"/>
          </ac:picMkLst>
        </pc:picChg>
        <pc:picChg chg="add mod">
          <ac:chgData name="Kefan Chen" userId="efc0740212d19fd3" providerId="LiveId" clId="{8D13FB51-002E-4D64-9935-0D3776F1FE82}" dt="2025-11-11T13:49:14.796" v="2911" actId="1076"/>
          <ac:picMkLst>
            <pc:docMk/>
            <pc:sldMk cId="3556006600" sldId="296"/>
            <ac:picMk id="15" creationId="{E2F8E095-2394-3E1A-D664-CE48061D80AA}"/>
          </ac:picMkLst>
        </pc:picChg>
      </pc:sldChg>
      <pc:sldChg chg="addSp delSp modSp mod modTransition">
        <pc:chgData name="Kefan Chen" userId="efc0740212d19fd3" providerId="LiveId" clId="{8D13FB51-002E-4D64-9935-0D3776F1FE82}" dt="2025-11-14T13:58:19.133" v="3076" actId="20577"/>
        <pc:sldMkLst>
          <pc:docMk/>
          <pc:sldMk cId="3509585585" sldId="297"/>
        </pc:sldMkLst>
        <pc:spChg chg="mod">
          <ac:chgData name="Kefan Chen" userId="efc0740212d19fd3" providerId="LiveId" clId="{8D13FB51-002E-4D64-9935-0D3776F1FE82}" dt="2025-11-14T13:58:19.133" v="3076" actId="20577"/>
          <ac:spMkLst>
            <pc:docMk/>
            <pc:sldMk cId="3509585585" sldId="297"/>
            <ac:spMk id="4" creationId="{6ED5394C-760C-21DB-6EF7-E1A397EE29FE}"/>
          </ac:spMkLst>
        </pc:spChg>
        <pc:spChg chg="add mod">
          <ac:chgData name="Kefan Chen" userId="efc0740212d19fd3" providerId="LiveId" clId="{8D13FB51-002E-4D64-9935-0D3776F1FE82}" dt="2025-11-10T13:28:57.221" v="2656"/>
          <ac:spMkLst>
            <pc:docMk/>
            <pc:sldMk cId="3509585585" sldId="297"/>
            <ac:spMk id="8" creationId="{8DC398DB-D3EE-34E8-B185-E7472AB04813}"/>
          </ac:spMkLst>
        </pc:spChg>
        <pc:picChg chg="add mod">
          <ac:chgData name="Kefan Chen" userId="efc0740212d19fd3" providerId="LiveId" clId="{8D13FB51-002E-4D64-9935-0D3776F1FE82}" dt="2025-11-11T13:26:09.851" v="2731" actId="1076"/>
          <ac:picMkLst>
            <pc:docMk/>
            <pc:sldMk cId="3509585585" sldId="297"/>
            <ac:picMk id="5" creationId="{E6F5BA15-034E-834F-F145-EF8C5930F298}"/>
          </ac:picMkLst>
        </pc:picChg>
      </pc:sldChg>
      <pc:sldChg chg="addSp delSp modSp mod modTransition">
        <pc:chgData name="Kefan Chen" userId="efc0740212d19fd3" providerId="LiveId" clId="{8D13FB51-002E-4D64-9935-0D3776F1FE82}" dt="2025-11-14T14:08:05.878" v="3310" actId="478"/>
        <pc:sldMkLst>
          <pc:docMk/>
          <pc:sldMk cId="1341453610" sldId="298"/>
        </pc:sldMkLst>
        <pc:spChg chg="mod">
          <ac:chgData name="Kefan Chen" userId="efc0740212d19fd3" providerId="LiveId" clId="{8D13FB51-002E-4D64-9935-0D3776F1FE82}" dt="2025-11-11T13:52:32.748" v="2949" actId="13926"/>
          <ac:spMkLst>
            <pc:docMk/>
            <pc:sldMk cId="1341453610" sldId="298"/>
            <ac:spMk id="4" creationId="{A3847B3F-E11F-934A-C3FF-E2117CC856E9}"/>
          </ac:spMkLst>
        </pc:spChg>
        <pc:spChg chg="mod">
          <ac:chgData name="Kefan Chen" userId="efc0740212d19fd3" providerId="LiveId" clId="{8D13FB51-002E-4D64-9935-0D3776F1FE82}" dt="2025-11-14T14:03:34.552" v="3219" actId="14100"/>
          <ac:spMkLst>
            <pc:docMk/>
            <pc:sldMk cId="1341453610" sldId="298"/>
            <ac:spMk id="5" creationId="{4898CEA4-CEB2-5D29-4B31-7A25C1220A64}"/>
          </ac:spMkLst>
        </pc:spChg>
        <pc:spChg chg="add mod">
          <ac:chgData name="Kefan Chen" userId="efc0740212d19fd3" providerId="LiveId" clId="{8D13FB51-002E-4D64-9935-0D3776F1FE82}" dt="2025-11-10T13:29:15.254" v="2666"/>
          <ac:spMkLst>
            <pc:docMk/>
            <pc:sldMk cId="1341453610" sldId="298"/>
            <ac:spMk id="9" creationId="{7D175AAB-FB31-B462-F95E-720FB90B262B}"/>
          </ac:spMkLst>
        </pc:spChg>
      </pc:sldChg>
      <pc:sldChg chg="addSp delSp modSp new mod modTransition">
        <pc:chgData name="Kefan Chen" userId="efc0740212d19fd3" providerId="LiveId" clId="{8D13FB51-002E-4D64-9935-0D3776F1FE82}" dt="2025-11-10T13:06:34.592" v="2618"/>
        <pc:sldMkLst>
          <pc:docMk/>
          <pc:sldMk cId="20366267" sldId="299"/>
        </pc:sldMkLst>
        <pc:spChg chg="mod">
          <ac:chgData name="Kefan Chen" userId="efc0740212d19fd3" providerId="LiveId" clId="{8D13FB51-002E-4D64-9935-0D3776F1FE82}" dt="2025-11-10T11:59:54.873" v="2591" actId="20577"/>
          <ac:spMkLst>
            <pc:docMk/>
            <pc:sldMk cId="20366267" sldId="299"/>
            <ac:spMk id="4" creationId="{332280A2-3A92-69FC-4741-0300C8FBC822}"/>
          </ac:spMkLst>
        </pc:spChg>
        <pc:spChg chg="add mod">
          <ac:chgData name="Kefan Chen" userId="efc0740212d19fd3" providerId="LiveId" clId="{8D13FB51-002E-4D64-9935-0D3776F1FE82}" dt="2025-11-10T11:59:01.165" v="2556" actId="20577"/>
          <ac:spMkLst>
            <pc:docMk/>
            <pc:sldMk cId="20366267" sldId="299"/>
            <ac:spMk id="9" creationId="{23AEB31B-0176-3B6C-9C08-AD09256BC32A}"/>
          </ac:spMkLst>
        </pc:spChg>
      </pc:sldChg>
      <pc:sldChg chg="addSp modSp add mod">
        <pc:chgData name="Kefan Chen" userId="efc0740212d19fd3" providerId="LiveId" clId="{8D13FB51-002E-4D64-9935-0D3776F1FE82}" dt="2025-11-10T14:26:44.801" v="2683" actId="1076"/>
        <pc:sldMkLst>
          <pc:docMk/>
          <pc:sldMk cId="1275314339" sldId="302"/>
        </pc:sldMkLst>
        <pc:spChg chg="mod">
          <ac:chgData name="Kefan Chen" userId="efc0740212d19fd3" providerId="LiveId" clId="{8D13FB51-002E-4D64-9935-0D3776F1FE82}" dt="2025-11-10T14:26:36.380" v="2681" actId="1076"/>
          <ac:spMkLst>
            <pc:docMk/>
            <pc:sldMk cId="1275314339" sldId="302"/>
            <ac:spMk id="2" creationId="{DFECF313-D040-FE81-1DBA-E9795110B11D}"/>
          </ac:spMkLst>
        </pc:spChg>
        <pc:spChg chg="mod">
          <ac:chgData name="Kefan Chen" userId="efc0740212d19fd3" providerId="LiveId" clId="{8D13FB51-002E-4D64-9935-0D3776F1FE82}" dt="2025-11-10T14:26:40.107" v="2682" actId="1076"/>
          <ac:spMkLst>
            <pc:docMk/>
            <pc:sldMk cId="1275314339" sldId="302"/>
            <ac:spMk id="3" creationId="{4F672209-7A65-62E9-489E-FA0974FA6B19}"/>
          </ac:spMkLst>
        </pc:spChg>
        <pc:spChg chg="add mod">
          <ac:chgData name="Kefan Chen" userId="efc0740212d19fd3" providerId="LiveId" clId="{8D13FB51-002E-4D64-9935-0D3776F1FE82}" dt="2025-11-10T14:26:44.801" v="2683" actId="1076"/>
          <ac:spMkLst>
            <pc:docMk/>
            <pc:sldMk cId="1275314339" sldId="302"/>
            <ac:spMk id="4" creationId="{F3F30178-98AC-A33E-CFB8-EB75AA1349D2}"/>
          </ac:spMkLst>
        </pc:spChg>
      </pc:sldChg>
      <pc:sldChg chg="add ord">
        <pc:chgData name="Kefan Chen" userId="efc0740212d19fd3" providerId="LiveId" clId="{8D13FB51-002E-4D64-9935-0D3776F1FE82}" dt="2025-11-10T14:26:48.694" v="2686"/>
        <pc:sldMkLst>
          <pc:docMk/>
          <pc:sldMk cId="922998593" sldId="303"/>
        </pc:sldMkLst>
      </pc:sldChg>
      <pc:sldChg chg="addSp delSp modSp add mod">
        <pc:chgData name="Kefan Chen" userId="efc0740212d19fd3" providerId="LiveId" clId="{8D13FB51-002E-4D64-9935-0D3776F1FE82}" dt="2025-11-17T12:39:12.045" v="3440" actId="478"/>
        <pc:sldMkLst>
          <pc:docMk/>
          <pc:sldMk cId="351932838" sldId="304"/>
        </pc:sldMkLst>
        <pc:spChg chg="add mod">
          <ac:chgData name="Kefan Chen" userId="efc0740212d19fd3" providerId="LiveId" clId="{8D13FB51-002E-4D64-9935-0D3776F1FE82}" dt="2025-11-14T13:58:37.405" v="3078"/>
          <ac:spMkLst>
            <pc:docMk/>
            <pc:sldMk cId="351932838" sldId="304"/>
            <ac:spMk id="6" creationId="{8EA9E19A-BA82-6954-C9F1-2326BF3F9DDF}"/>
          </ac:spMkLst>
        </pc:spChg>
        <pc:picChg chg="mod">
          <ac:chgData name="Kefan Chen" userId="efc0740212d19fd3" providerId="LiveId" clId="{8D13FB51-002E-4D64-9935-0D3776F1FE82}" dt="2025-11-11T13:35:58.998" v="2807" actId="1076"/>
          <ac:picMkLst>
            <pc:docMk/>
            <pc:sldMk cId="351932838" sldId="304"/>
            <ac:picMk id="10" creationId="{D9D60609-7D9C-5208-E175-17752263B43B}"/>
          </ac:picMkLst>
        </pc:picChg>
      </pc:sldChg>
      <pc:sldChg chg="addSp delSp modSp add mod">
        <pc:chgData name="Kefan Chen" userId="efc0740212d19fd3" providerId="LiveId" clId="{8D13FB51-002E-4D64-9935-0D3776F1FE82}" dt="2025-11-17T12:40:03.494" v="3456" actId="1076"/>
        <pc:sldMkLst>
          <pc:docMk/>
          <pc:sldMk cId="3240868738" sldId="305"/>
        </pc:sldMkLst>
        <pc:spChg chg="mod">
          <ac:chgData name="Kefan Chen" userId="efc0740212d19fd3" providerId="LiveId" clId="{8D13FB51-002E-4D64-9935-0D3776F1FE82}" dt="2025-11-14T13:59:02.904" v="3083" actId="207"/>
          <ac:spMkLst>
            <pc:docMk/>
            <pc:sldMk cId="3240868738" sldId="305"/>
            <ac:spMk id="4" creationId="{76BEC37A-F193-AFE7-27FF-604181F95596}"/>
          </ac:spMkLst>
        </pc:spChg>
        <pc:picChg chg="add mod">
          <ac:chgData name="Kefan Chen" userId="efc0740212d19fd3" providerId="LiveId" clId="{8D13FB51-002E-4D64-9935-0D3776F1FE82}" dt="2025-11-11T13:43:49.349" v="2873" actId="1035"/>
          <ac:picMkLst>
            <pc:docMk/>
            <pc:sldMk cId="3240868738" sldId="305"/>
            <ac:picMk id="8" creationId="{08BAC3E0-2F82-22D3-0F40-F3B419D431D0}"/>
          </ac:picMkLst>
        </pc:picChg>
        <pc:picChg chg="mod">
          <ac:chgData name="Kefan Chen" userId="efc0740212d19fd3" providerId="LiveId" clId="{8D13FB51-002E-4D64-9935-0D3776F1FE82}" dt="2025-11-11T13:43:46.334" v="2866" actId="1035"/>
          <ac:picMkLst>
            <pc:docMk/>
            <pc:sldMk cId="3240868738" sldId="305"/>
            <ac:picMk id="13" creationId="{4088B5A9-9337-016D-6BAC-7FA1B06A75A0}"/>
          </ac:picMkLst>
        </pc:picChg>
        <pc:picChg chg="add mod ord">
          <ac:chgData name="Kefan Chen" userId="efc0740212d19fd3" providerId="LiveId" clId="{8D13FB51-002E-4D64-9935-0D3776F1FE82}" dt="2025-11-11T13:43:37.931" v="2859" actId="14100"/>
          <ac:picMkLst>
            <pc:docMk/>
            <pc:sldMk cId="3240868738" sldId="305"/>
            <ac:picMk id="15" creationId="{08C19B74-913F-833C-1451-DF2F89432315}"/>
          </ac:picMkLst>
        </pc:picChg>
        <pc:picChg chg="add mod">
          <ac:chgData name="Kefan Chen" userId="efc0740212d19fd3" providerId="LiveId" clId="{8D13FB51-002E-4D64-9935-0D3776F1FE82}" dt="2025-11-11T13:43:56.358" v="2875" actId="1076"/>
          <ac:picMkLst>
            <pc:docMk/>
            <pc:sldMk cId="3240868738" sldId="305"/>
            <ac:picMk id="16" creationId="{C982289A-B6CD-D781-8F1C-62F64C8A967D}"/>
          </ac:picMkLst>
        </pc:picChg>
        <pc:picChg chg="add mod">
          <ac:chgData name="Kefan Chen" userId="efc0740212d19fd3" providerId="LiveId" clId="{8D13FB51-002E-4D64-9935-0D3776F1FE82}" dt="2025-11-11T13:43:56.358" v="2875" actId="1076"/>
          <ac:picMkLst>
            <pc:docMk/>
            <pc:sldMk cId="3240868738" sldId="305"/>
            <ac:picMk id="17" creationId="{AF3D17C7-3C93-CF81-204B-39E795DF2A9E}"/>
          </ac:picMkLst>
        </pc:picChg>
        <pc:picChg chg="add mod">
          <ac:chgData name="Kefan Chen" userId="efc0740212d19fd3" providerId="LiveId" clId="{8D13FB51-002E-4D64-9935-0D3776F1FE82}" dt="2025-11-11T13:44:00.133" v="2877" actId="1076"/>
          <ac:picMkLst>
            <pc:docMk/>
            <pc:sldMk cId="3240868738" sldId="305"/>
            <ac:picMk id="18" creationId="{3B5F821F-4EFD-70B6-BA70-6543F1C090DA}"/>
          </ac:picMkLst>
        </pc:picChg>
        <pc:picChg chg="add mod">
          <ac:chgData name="Kefan Chen" userId="efc0740212d19fd3" providerId="LiveId" clId="{8D13FB51-002E-4D64-9935-0D3776F1FE82}" dt="2025-11-11T13:44:00.133" v="2877" actId="1076"/>
          <ac:picMkLst>
            <pc:docMk/>
            <pc:sldMk cId="3240868738" sldId="305"/>
            <ac:picMk id="19" creationId="{4D2CEB11-0299-FDEA-D78E-85D205E3081A}"/>
          </ac:picMkLst>
        </pc:picChg>
        <pc:picChg chg="add mod">
          <ac:chgData name="Kefan Chen" userId="efc0740212d19fd3" providerId="LiveId" clId="{8D13FB51-002E-4D64-9935-0D3776F1FE82}" dt="2025-11-11T13:44:05.390" v="2879" actId="1076"/>
          <ac:picMkLst>
            <pc:docMk/>
            <pc:sldMk cId="3240868738" sldId="305"/>
            <ac:picMk id="20" creationId="{01722949-F86C-462C-1B78-E83E9B5A9E76}"/>
          </ac:picMkLst>
        </pc:picChg>
        <pc:picChg chg="add mod">
          <ac:chgData name="Kefan Chen" userId="efc0740212d19fd3" providerId="LiveId" clId="{8D13FB51-002E-4D64-9935-0D3776F1FE82}" dt="2025-11-11T13:44:13.357" v="2881" actId="1076"/>
          <ac:picMkLst>
            <pc:docMk/>
            <pc:sldMk cId="3240868738" sldId="305"/>
            <ac:picMk id="21" creationId="{55C501F6-81D1-41B5-F45F-F12E9A3B7B30}"/>
          </ac:picMkLst>
        </pc:picChg>
        <pc:picChg chg="add mod">
          <ac:chgData name="Kefan Chen" userId="efc0740212d19fd3" providerId="LiveId" clId="{8D13FB51-002E-4D64-9935-0D3776F1FE82}" dt="2025-11-11T13:44:13.357" v="2881" actId="1076"/>
          <ac:picMkLst>
            <pc:docMk/>
            <pc:sldMk cId="3240868738" sldId="305"/>
            <ac:picMk id="22" creationId="{6CA0C6C2-CBD5-4F6F-0946-B7A2DC6CDE51}"/>
          </ac:picMkLst>
        </pc:picChg>
        <pc:picChg chg="add mod">
          <ac:chgData name="Kefan Chen" userId="efc0740212d19fd3" providerId="LiveId" clId="{8D13FB51-002E-4D64-9935-0D3776F1FE82}" dt="2025-11-11T13:44:15.868" v="2882" actId="1076"/>
          <ac:picMkLst>
            <pc:docMk/>
            <pc:sldMk cId="3240868738" sldId="305"/>
            <ac:picMk id="23" creationId="{4D535770-8A39-DB51-3961-45B924602420}"/>
          </ac:picMkLst>
        </pc:picChg>
      </pc:sldChg>
      <pc:sldChg chg="addSp delSp modSp add mod ord">
        <pc:chgData name="Kefan Chen" userId="efc0740212d19fd3" providerId="LiveId" clId="{8D13FB51-002E-4D64-9935-0D3776F1FE82}" dt="2025-11-11T13:57:08.239" v="2970" actId="1076"/>
        <pc:sldMkLst>
          <pc:docMk/>
          <pc:sldMk cId="1231345179" sldId="306"/>
        </pc:sldMkLst>
        <pc:spChg chg="mod">
          <ac:chgData name="Kefan Chen" userId="efc0740212d19fd3" providerId="LiveId" clId="{8D13FB51-002E-4D64-9935-0D3776F1FE82}" dt="2025-11-11T13:57:08.239" v="2970" actId="1076"/>
          <ac:spMkLst>
            <pc:docMk/>
            <pc:sldMk cId="1231345179" sldId="306"/>
            <ac:spMk id="4" creationId="{C1777BBD-0DE6-8B20-27A5-7A7DDE70E11A}"/>
          </ac:spMkLst>
        </pc:spChg>
        <pc:picChg chg="add mod ord">
          <ac:chgData name="Kefan Chen" userId="efc0740212d19fd3" providerId="LiveId" clId="{8D13FB51-002E-4D64-9935-0D3776F1FE82}" dt="2025-11-11T13:57:08.239" v="2970" actId="1076"/>
          <ac:picMkLst>
            <pc:docMk/>
            <pc:sldMk cId="1231345179" sldId="306"/>
            <ac:picMk id="3" creationId="{7D7DC0B2-1D9F-4F33-0565-F9DA70C2E528}"/>
          </ac:picMkLst>
        </pc:picChg>
      </pc:sldChg>
      <pc:sldChg chg="modSp add mod ord">
        <pc:chgData name="Kefan Chen" userId="efc0740212d19fd3" providerId="LiveId" clId="{8D13FB51-002E-4D64-9935-0D3776F1FE82}" dt="2025-11-14T14:15:35.831" v="3426" actId="108"/>
        <pc:sldMkLst>
          <pc:docMk/>
          <pc:sldMk cId="1923559566" sldId="307"/>
        </pc:sldMkLst>
        <pc:spChg chg="mod">
          <ac:chgData name="Kefan Chen" userId="efc0740212d19fd3" providerId="LiveId" clId="{8D13FB51-002E-4D64-9935-0D3776F1FE82}" dt="2025-11-14T14:15:35.831" v="3426" actId="108"/>
          <ac:spMkLst>
            <pc:docMk/>
            <pc:sldMk cId="1923559566" sldId="307"/>
            <ac:spMk id="3" creationId="{41985566-263B-15BC-756E-D3B5A8878D31}"/>
          </ac:spMkLst>
        </pc:spChg>
        <pc:spChg chg="mod">
          <ac:chgData name="Kefan Chen" userId="efc0740212d19fd3" providerId="LiveId" clId="{8D13FB51-002E-4D64-9935-0D3776F1FE82}" dt="2025-11-14T14:15:23.031" v="3424" actId="207"/>
          <ac:spMkLst>
            <pc:docMk/>
            <pc:sldMk cId="1923559566" sldId="307"/>
            <ac:spMk id="4" creationId="{68ACD16D-15A6-5571-8342-64958AD3F933}"/>
          </ac:spMkLst>
        </pc:spChg>
      </pc:sldChg>
      <pc:sldChg chg="addSp delSp modSp add mod ord">
        <pc:chgData name="Kefan Chen" userId="efc0740212d19fd3" providerId="LiveId" clId="{8D13FB51-002E-4D64-9935-0D3776F1FE82}" dt="2025-11-14T14:15:59.831" v="3430" actId="207"/>
        <pc:sldMkLst>
          <pc:docMk/>
          <pc:sldMk cId="3338006714" sldId="308"/>
        </pc:sldMkLst>
        <pc:spChg chg="add mod">
          <ac:chgData name="Kefan Chen" userId="efc0740212d19fd3" providerId="LiveId" clId="{8D13FB51-002E-4D64-9935-0D3776F1FE82}" dt="2025-11-14T14:12:58.884" v="3403" actId="1076"/>
          <ac:spMkLst>
            <pc:docMk/>
            <pc:sldMk cId="3338006714" sldId="308"/>
            <ac:spMk id="4" creationId="{03326C7E-FA10-EADC-ABC9-7EFB9A338F5B}"/>
          </ac:spMkLst>
        </pc:spChg>
        <pc:spChg chg="add mod">
          <ac:chgData name="Kefan Chen" userId="efc0740212d19fd3" providerId="LiveId" clId="{8D13FB51-002E-4D64-9935-0D3776F1FE82}" dt="2025-11-14T14:15:59.831" v="3430" actId="207"/>
          <ac:spMkLst>
            <pc:docMk/>
            <pc:sldMk cId="3338006714" sldId="308"/>
            <ac:spMk id="5" creationId="{8F313995-F9E6-EABA-CC90-62ED29EAFE0E}"/>
          </ac:spMkLst>
        </pc:spChg>
        <pc:spChg chg="add mod">
          <ac:chgData name="Kefan Chen" userId="efc0740212d19fd3" providerId="LiveId" clId="{8D13FB51-002E-4D64-9935-0D3776F1FE82}" dt="2025-11-14T14:13:49.647" v="3410" actId="1076"/>
          <ac:spMkLst>
            <pc:docMk/>
            <pc:sldMk cId="3338006714" sldId="308"/>
            <ac:spMk id="6" creationId="{0F6E4F1D-308A-C507-1906-9E5775491A43}"/>
          </ac:spMkLst>
        </pc:spChg>
        <pc:picChg chg="add mod">
          <ac:chgData name="Kefan Chen" userId="efc0740212d19fd3" providerId="LiveId" clId="{8D13FB51-002E-4D64-9935-0D3776F1FE82}" dt="2025-11-14T14:12:54.780" v="3402" actId="14100"/>
          <ac:picMkLst>
            <pc:docMk/>
            <pc:sldMk cId="3338006714" sldId="308"/>
            <ac:picMk id="3" creationId="{6F6E486B-83F3-7A48-E97F-3737FC25AF37}"/>
          </ac:picMkLst>
        </pc:picChg>
        <pc:picChg chg="add mod">
          <ac:chgData name="Kefan Chen" userId="efc0740212d19fd3" providerId="LiveId" clId="{8D13FB51-002E-4D64-9935-0D3776F1FE82}" dt="2025-11-14T14:13:49.647" v="3410" actId="1076"/>
          <ac:picMkLst>
            <pc:docMk/>
            <pc:sldMk cId="3338006714" sldId="308"/>
            <ac:picMk id="7" creationId="{579F57D9-1A90-19AC-8D2B-18D0A79FFA2D}"/>
          </ac:picMkLst>
        </pc:picChg>
      </pc:sldChg>
      <pc:sldChg chg="addSp delSp modSp add mod">
        <pc:chgData name="Kefan Chen" userId="efc0740212d19fd3" providerId="LiveId" clId="{8D13FB51-002E-4D64-9935-0D3776F1FE82}" dt="2025-11-14T14:10:27.443" v="3358" actId="207"/>
        <pc:sldMkLst>
          <pc:docMk/>
          <pc:sldMk cId="1854057376" sldId="309"/>
        </pc:sldMkLst>
        <pc:spChg chg="mod">
          <ac:chgData name="Kefan Chen" userId="efc0740212d19fd3" providerId="LiveId" clId="{8D13FB51-002E-4D64-9935-0D3776F1FE82}" dt="2025-11-14T14:10:27.443" v="3358" actId="207"/>
          <ac:spMkLst>
            <pc:docMk/>
            <pc:sldMk cId="1854057376" sldId="309"/>
            <ac:spMk id="2" creationId="{F619847C-CEC8-1B99-98A1-34E922E61421}"/>
          </ac:spMkLst>
        </pc:spChg>
        <pc:spChg chg="mod">
          <ac:chgData name="Kefan Chen" userId="efc0740212d19fd3" providerId="LiveId" clId="{8D13FB51-002E-4D64-9935-0D3776F1FE82}" dt="2025-11-14T14:08:19.941" v="3317"/>
          <ac:spMkLst>
            <pc:docMk/>
            <pc:sldMk cId="1854057376" sldId="309"/>
            <ac:spMk id="4" creationId="{2B261A62-2613-AD28-593B-CEDA9B4405D6}"/>
          </ac:spMkLst>
        </pc:spChg>
        <pc:spChg chg="add mod">
          <ac:chgData name="Kefan Chen" userId="efc0740212d19fd3" providerId="LiveId" clId="{8D13FB51-002E-4D64-9935-0D3776F1FE82}" dt="2025-11-14T14:10:04.526" v="3355" actId="20577"/>
          <ac:spMkLst>
            <pc:docMk/>
            <pc:sldMk cId="1854057376" sldId="309"/>
            <ac:spMk id="12" creationId="{92736A88-FE57-0276-1529-89782F3FDF35}"/>
          </ac:spMkLst>
        </pc:spChg>
        <pc:picChg chg="add mod">
          <ac:chgData name="Kefan Chen" userId="efc0740212d19fd3" providerId="LiveId" clId="{8D13FB51-002E-4D64-9935-0D3776F1FE82}" dt="2025-11-14T14:08:57.966" v="3333" actId="14100"/>
          <ac:picMkLst>
            <pc:docMk/>
            <pc:sldMk cId="1854057376" sldId="309"/>
            <ac:picMk id="7" creationId="{7C327898-232A-CBA9-5D64-E7280889E5A4}"/>
          </ac:picMkLst>
        </pc:picChg>
        <pc:picChg chg="add mod">
          <ac:chgData name="Kefan Chen" userId="efc0740212d19fd3" providerId="LiveId" clId="{8D13FB51-002E-4D64-9935-0D3776F1FE82}" dt="2025-11-14T14:09:16.063" v="3341" actId="1037"/>
          <ac:picMkLst>
            <pc:docMk/>
            <pc:sldMk cId="1854057376" sldId="309"/>
            <ac:picMk id="11" creationId="{3E04B51F-2554-64FC-F0AE-F4B7E98BBC17}"/>
          </ac:picMkLst>
        </pc:picChg>
      </pc:sldChg>
      <pc:sldChg chg="add">
        <pc:chgData name="Kefan Chen" userId="efc0740212d19fd3" providerId="LiveId" clId="{8D13FB51-002E-4D64-9935-0D3776F1FE82}" dt="2025-11-14T14:16:05.322" v="3431"/>
        <pc:sldMkLst>
          <pc:docMk/>
          <pc:sldMk cId="3826484136" sldId="310"/>
        </pc:sldMkLst>
      </pc:sldChg>
    </pc:docChg>
  </pc:docChgLst>
  <pc:docChgLst>
    <pc:chgData name="来宾用户" providerId="Windows Live" clId="Web-{D5E611CA-3582-88C2-7FDF-1904ABB77AC8}"/>
    <pc:docChg chg="addSld modSld">
      <pc:chgData name="来宾用户" userId="" providerId="Windows Live" clId="Web-{D5E611CA-3582-88C2-7FDF-1904ABB77AC8}" dt="2025-11-19T02:20:42.853" v="355" actId="14100"/>
      <pc:docMkLst>
        <pc:docMk/>
      </pc:docMkLst>
      <pc:sldChg chg="modSp">
        <pc:chgData name="来宾用户" userId="" providerId="Windows Live" clId="Web-{D5E611CA-3582-88C2-7FDF-1904ABB77AC8}" dt="2025-11-18T15:17:21.309" v="224" actId="20577"/>
        <pc:sldMkLst>
          <pc:docMk/>
          <pc:sldMk cId="1341453610" sldId="298"/>
        </pc:sldMkLst>
        <pc:spChg chg="mod">
          <ac:chgData name="来宾用户" userId="" providerId="Windows Live" clId="Web-{D5E611CA-3582-88C2-7FDF-1904ABB77AC8}" dt="2025-11-18T15:17:21.309" v="224" actId="20577"/>
          <ac:spMkLst>
            <pc:docMk/>
            <pc:sldMk cId="1341453610" sldId="298"/>
            <ac:spMk id="4" creationId="{A3847B3F-E11F-934A-C3FF-E2117CC856E9}"/>
          </ac:spMkLst>
        </pc:spChg>
      </pc:sldChg>
      <pc:sldChg chg="addSp delSp modSp">
        <pc:chgData name="来宾用户" userId="" providerId="Windows Live" clId="Web-{D5E611CA-3582-88C2-7FDF-1904ABB77AC8}" dt="2025-11-19T02:20:42.853" v="355" actId="14100"/>
        <pc:sldMkLst>
          <pc:docMk/>
          <pc:sldMk cId="3338006714" sldId="308"/>
        </pc:sldMkLst>
        <pc:spChg chg="mod">
          <ac:chgData name="来宾用户" userId="" providerId="Windows Live" clId="Web-{D5E611CA-3582-88C2-7FDF-1904ABB77AC8}" dt="2025-11-19T02:20:42.853" v="355" actId="14100"/>
          <ac:spMkLst>
            <pc:docMk/>
            <pc:sldMk cId="3338006714" sldId="308"/>
            <ac:spMk id="11" creationId="{3D1589CE-8D3D-ACE5-3C1F-B8BAEC9C5126}"/>
          </ac:spMkLst>
        </pc:spChg>
        <pc:grpChg chg="add mod">
          <ac:chgData name="来宾用户" userId="" providerId="Windows Live" clId="Web-{D5E611CA-3582-88C2-7FDF-1904ABB77AC8}" dt="2025-11-19T02:19:58.399" v="322" actId="14100"/>
          <ac:grpSpMkLst>
            <pc:docMk/>
            <pc:sldMk cId="3338006714" sldId="308"/>
            <ac:grpSpMk id="12" creationId="{CA7578FF-70CD-2263-97D0-D0FCA9E32459}"/>
          </ac:grpSpMkLst>
        </pc:grpChg>
        <pc:picChg chg="add del mod">
          <ac:chgData name="来宾用户" userId="" providerId="Windows Live" clId="Web-{D5E611CA-3582-88C2-7FDF-1904ABB77AC8}" dt="2025-11-19T02:18:37.492" v="295"/>
          <ac:picMkLst>
            <pc:docMk/>
            <pc:sldMk cId="3338006714" sldId="308"/>
            <ac:picMk id="9" creationId="{F10E4E80-8E24-094A-B34D-580D66CF3113}"/>
          </ac:picMkLst>
        </pc:picChg>
        <pc:picChg chg="add del mod modCrop">
          <ac:chgData name="来宾用户" userId="" providerId="Windows Live" clId="Web-{D5E611CA-3582-88C2-7FDF-1904ABB77AC8}" dt="2025-11-19T02:19:46.977" v="319"/>
          <ac:picMkLst>
            <pc:docMk/>
            <pc:sldMk cId="3338006714" sldId="308"/>
            <ac:picMk id="10" creationId="{B4252A21-8D11-C68C-20A4-B7500D896025}"/>
          </ac:picMkLst>
        </pc:picChg>
        <pc:picChg chg="add mod">
          <ac:chgData name="来宾用户" userId="" providerId="Windows Live" clId="Web-{D5E611CA-3582-88C2-7FDF-1904ABB77AC8}" dt="2025-11-19T02:20:03.462" v="323" actId="14100"/>
          <ac:picMkLst>
            <pc:docMk/>
            <pc:sldMk cId="3338006714" sldId="308"/>
            <ac:picMk id="13" creationId="{38C62834-40E4-3443-497A-ED808236BD07}"/>
          </ac:picMkLst>
        </pc:picChg>
      </pc:sldChg>
      <pc:sldChg chg="delSp">
        <pc:chgData name="来宾用户" userId="" providerId="Windows Live" clId="Web-{D5E611CA-3582-88C2-7FDF-1904ABB77AC8}" dt="2025-11-18T15:19:30.460" v="282"/>
        <pc:sldMkLst>
          <pc:docMk/>
          <pc:sldMk cId="3826484136" sldId="310"/>
        </pc:sldMkLst>
        <pc:spChg chg="del">
          <ac:chgData name="来宾用户" userId="" providerId="Windows Live" clId="Web-{D5E611CA-3582-88C2-7FDF-1904ABB77AC8}" dt="2025-11-18T15:19:30.460" v="282"/>
          <ac:spMkLst>
            <pc:docMk/>
            <pc:sldMk cId="3826484136" sldId="310"/>
            <ac:spMk id="8" creationId="{5EBF9CE0-6C37-4D28-E814-FCF8C2F76E72}"/>
          </ac:spMkLst>
        </pc:spChg>
      </pc:sldChg>
      <pc:sldChg chg="addSp modSp">
        <pc:chgData name="来宾用户" userId="" providerId="Windows Live" clId="Web-{D5E611CA-3582-88C2-7FDF-1904ABB77AC8}" dt="2025-11-18T15:17:22.980" v="225" actId="20577"/>
        <pc:sldMkLst>
          <pc:docMk/>
          <pc:sldMk cId="3994116165" sldId="311"/>
        </pc:sldMkLst>
        <pc:spChg chg="mod">
          <ac:chgData name="来宾用户" userId="" providerId="Windows Live" clId="Web-{D5E611CA-3582-88C2-7FDF-1904ABB77AC8}" dt="2025-11-18T15:17:22.980" v="225" actId="20577"/>
          <ac:spMkLst>
            <pc:docMk/>
            <pc:sldMk cId="3994116165" sldId="311"/>
            <ac:spMk id="4" creationId="{115542A0-FCAA-A4D9-05A8-B2E656EB0EEA}"/>
          </ac:spMkLst>
        </pc:spChg>
        <pc:spChg chg="mod">
          <ac:chgData name="来宾用户" userId="" providerId="Windows Live" clId="Web-{D5E611CA-3582-88C2-7FDF-1904ABB77AC8}" dt="2025-11-18T15:01:11.121" v="16" actId="1076"/>
          <ac:spMkLst>
            <pc:docMk/>
            <pc:sldMk cId="3994116165" sldId="311"/>
            <ac:spMk id="135" creationId="{1645016E-829C-B870-C937-FC4EF208680C}"/>
          </ac:spMkLst>
        </pc:spChg>
        <pc:picChg chg="add mod">
          <ac:chgData name="来宾用户" userId="" providerId="Windows Live" clId="Web-{D5E611CA-3582-88C2-7FDF-1904ABB77AC8}" dt="2025-11-18T15:01:16.934" v="20" actId="1076"/>
          <ac:picMkLst>
            <pc:docMk/>
            <pc:sldMk cId="3994116165" sldId="311"/>
            <ac:picMk id="5" creationId="{D903A1BB-67C1-02D6-4546-2FFECA21F1CC}"/>
          </ac:picMkLst>
        </pc:picChg>
      </pc:sldChg>
      <pc:sldChg chg="addSp delSp modSp">
        <pc:chgData name="来宾用户" userId="" providerId="Windows Live" clId="Web-{D5E611CA-3582-88C2-7FDF-1904ABB77AC8}" dt="2025-11-18T15:21:09.748" v="285" actId="20577"/>
        <pc:sldMkLst>
          <pc:docMk/>
          <pc:sldMk cId="1995288309" sldId="312"/>
        </pc:sldMkLst>
        <pc:spChg chg="mod ord">
          <ac:chgData name="来宾用户" userId="" providerId="Windows Live" clId="Web-{D5E611CA-3582-88C2-7FDF-1904ABB77AC8}" dt="2025-11-18T14:56:33.755" v="1"/>
          <ac:spMkLst>
            <pc:docMk/>
            <pc:sldMk cId="1995288309" sldId="312"/>
            <ac:spMk id="3" creationId="{B8BF32BB-6CBA-C8EC-638D-CAADC4C7D1E0}"/>
          </ac:spMkLst>
        </pc:spChg>
        <pc:spChg chg="mod">
          <ac:chgData name="来宾用户" userId="" providerId="Windows Live" clId="Web-{D5E611CA-3582-88C2-7FDF-1904ABB77AC8}" dt="2025-11-18T15:21:09.748" v="285" actId="20577"/>
          <ac:spMkLst>
            <pc:docMk/>
            <pc:sldMk cId="1995288309" sldId="312"/>
            <ac:spMk id="4" creationId="{9364B86E-BF6D-AB88-E613-12EA373721D5}"/>
          </ac:spMkLst>
        </pc:spChg>
        <pc:spChg chg="add mod">
          <ac:chgData name="来宾用户" userId="" providerId="Windows Live" clId="Web-{D5E611CA-3582-88C2-7FDF-1904ABB77AC8}" dt="2025-11-18T15:13:59.931" v="179" actId="14100"/>
          <ac:spMkLst>
            <pc:docMk/>
            <pc:sldMk cId="1995288309" sldId="312"/>
            <ac:spMk id="12" creationId="{035DB1CB-7C74-CA33-2070-C0CAA9097616}"/>
          </ac:spMkLst>
        </pc:spChg>
        <pc:spChg chg="add mod ord">
          <ac:chgData name="来宾用户" userId="" providerId="Windows Live" clId="Web-{D5E611CA-3582-88C2-7FDF-1904ABB77AC8}" dt="2025-11-18T15:13:53.838" v="173" actId="14100"/>
          <ac:spMkLst>
            <pc:docMk/>
            <pc:sldMk cId="1995288309" sldId="312"/>
            <ac:spMk id="15" creationId="{9DC5CC74-4806-B4C3-F8D5-1FD91CB2DD12}"/>
          </ac:spMkLst>
        </pc:spChg>
        <pc:spChg chg="add mod">
          <ac:chgData name="来宾用户" userId="" providerId="Windows Live" clId="Web-{D5E611CA-3582-88C2-7FDF-1904ABB77AC8}" dt="2025-11-18T15:14:17.479" v="184" actId="1076"/>
          <ac:spMkLst>
            <pc:docMk/>
            <pc:sldMk cId="1995288309" sldId="312"/>
            <ac:spMk id="16" creationId="{CC421459-F73F-1693-C616-601B735DC6C2}"/>
          </ac:spMkLst>
        </pc:spChg>
        <pc:spChg chg="add mod">
          <ac:chgData name="来宾用户" userId="" providerId="Windows Live" clId="Web-{D5E611CA-3582-88C2-7FDF-1904ABB77AC8}" dt="2025-11-18T15:05:48.717" v="82" actId="1076"/>
          <ac:spMkLst>
            <pc:docMk/>
            <pc:sldMk cId="1995288309" sldId="312"/>
            <ac:spMk id="18" creationId="{8A340CD1-6BF9-3DE2-D936-29D60DC49DF1}"/>
          </ac:spMkLst>
        </pc:spChg>
        <pc:spChg chg="add mod">
          <ac:chgData name="来宾用户" userId="" providerId="Windows Live" clId="Web-{D5E611CA-3582-88C2-7FDF-1904ABB77AC8}" dt="2025-11-18T15:05:48.733" v="83" actId="1076"/>
          <ac:spMkLst>
            <pc:docMk/>
            <pc:sldMk cId="1995288309" sldId="312"/>
            <ac:spMk id="19" creationId="{2B12F786-95FA-6767-3217-0358F0C0459A}"/>
          </ac:spMkLst>
        </pc:spChg>
        <pc:spChg chg="add mod">
          <ac:chgData name="来宾用户" userId="" providerId="Windows Live" clId="Web-{D5E611CA-3582-88C2-7FDF-1904ABB77AC8}" dt="2025-11-18T15:05:48.733" v="84" actId="1076"/>
          <ac:spMkLst>
            <pc:docMk/>
            <pc:sldMk cId="1995288309" sldId="312"/>
            <ac:spMk id="20" creationId="{8A340CD1-6BF9-3DE2-D936-29D60DC49DF1}"/>
          </ac:spMkLst>
        </pc:spChg>
        <pc:spChg chg="add mod">
          <ac:chgData name="来宾用户" userId="" providerId="Windows Live" clId="Web-{D5E611CA-3582-88C2-7FDF-1904ABB77AC8}" dt="2025-11-18T15:05:48.749" v="85" actId="1076"/>
          <ac:spMkLst>
            <pc:docMk/>
            <pc:sldMk cId="1995288309" sldId="312"/>
            <ac:spMk id="21" creationId="{0E07881E-E9E2-EDD4-34DF-5CC43A73BACA}"/>
          </ac:spMkLst>
        </pc:spChg>
        <pc:spChg chg="add del mod">
          <ac:chgData name="来宾用户" userId="" providerId="Windows Live" clId="Web-{D5E611CA-3582-88C2-7FDF-1904ABB77AC8}" dt="2025-11-18T15:06:26.422" v="95"/>
          <ac:spMkLst>
            <pc:docMk/>
            <pc:sldMk cId="1995288309" sldId="312"/>
            <ac:spMk id="24" creationId="{47E021D5-AF92-3482-6A40-4787586799F3}"/>
          </ac:spMkLst>
        </pc:spChg>
        <pc:spChg chg="add mod">
          <ac:chgData name="来宾用户" userId="" providerId="Windows Live" clId="Web-{D5E611CA-3582-88C2-7FDF-1904ABB77AC8}" dt="2025-11-18T15:14:30.072" v="186" actId="14100"/>
          <ac:spMkLst>
            <pc:docMk/>
            <pc:sldMk cId="1995288309" sldId="312"/>
            <ac:spMk id="26" creationId="{7099D23B-A525-CAB4-F3D7-B3A053339585}"/>
          </ac:spMkLst>
        </pc:spChg>
        <pc:spChg chg="add del mod">
          <ac:chgData name="来宾用户" userId="" providerId="Windows Live" clId="Web-{D5E611CA-3582-88C2-7FDF-1904ABB77AC8}" dt="2025-11-18T15:09:23.927" v="108"/>
          <ac:spMkLst>
            <pc:docMk/>
            <pc:sldMk cId="1995288309" sldId="312"/>
            <ac:spMk id="27" creationId="{F1F8BE10-8D7B-88D7-9F1F-0779BA7EA5A9}"/>
          </ac:spMkLst>
        </pc:spChg>
        <pc:spChg chg="add mod">
          <ac:chgData name="来宾用户" userId="" providerId="Windows Live" clId="Web-{D5E611CA-3582-88C2-7FDF-1904ABB77AC8}" dt="2025-11-18T15:13:44.072" v="171" actId="1076"/>
          <ac:spMkLst>
            <pc:docMk/>
            <pc:sldMk cId="1995288309" sldId="312"/>
            <ac:spMk id="29" creationId="{7F6FD32D-E83A-256D-20BC-758AA3958D3E}"/>
          </ac:spMkLst>
        </pc:spChg>
        <pc:spChg chg="add mod topLvl">
          <ac:chgData name="来宾用户" userId="" providerId="Windows Live" clId="Web-{D5E611CA-3582-88C2-7FDF-1904ABB77AC8}" dt="2025-11-18T15:12:21.883" v="149"/>
          <ac:spMkLst>
            <pc:docMk/>
            <pc:sldMk cId="1995288309" sldId="312"/>
            <ac:spMk id="30" creationId="{133E9058-B04D-DD62-947A-9EFAE278278E}"/>
          </ac:spMkLst>
        </pc:spChg>
        <pc:spChg chg="add mod">
          <ac:chgData name="来宾用户" userId="" providerId="Windows Live" clId="Web-{D5E611CA-3582-88C2-7FDF-1904ABB77AC8}" dt="2025-11-18T15:15:38.668" v="202" actId="1076"/>
          <ac:spMkLst>
            <pc:docMk/>
            <pc:sldMk cId="1995288309" sldId="312"/>
            <ac:spMk id="38" creationId="{4E861A30-B8F9-ACD4-AD06-93592014C830}"/>
          </ac:spMkLst>
        </pc:spChg>
        <pc:spChg chg="add mod">
          <ac:chgData name="来宾用户" userId="" providerId="Windows Live" clId="Web-{D5E611CA-3582-88C2-7FDF-1904ABB77AC8}" dt="2025-11-18T15:15:35.245" v="201" actId="1076"/>
          <ac:spMkLst>
            <pc:docMk/>
            <pc:sldMk cId="1995288309" sldId="312"/>
            <ac:spMk id="40" creationId="{88CB54BF-0AAF-0A3D-49E8-9A23AAE87DB7}"/>
          </ac:spMkLst>
        </pc:spChg>
        <pc:spChg chg="add mod">
          <ac:chgData name="来宾用户" userId="" providerId="Windows Live" clId="Web-{D5E611CA-3582-88C2-7FDF-1904ABB77AC8}" dt="2025-11-18T15:17:07.465" v="222" actId="1076"/>
          <ac:spMkLst>
            <pc:docMk/>
            <pc:sldMk cId="1995288309" sldId="312"/>
            <ac:spMk id="42" creationId="{4B756A9E-9A89-564F-B26A-001FBCFCE54A}"/>
          </ac:spMkLst>
        </pc:spChg>
        <pc:spChg chg="add mod">
          <ac:chgData name="来宾用户" userId="" providerId="Windows Live" clId="Web-{D5E611CA-3582-88C2-7FDF-1904ABB77AC8}" dt="2025-11-18T15:16:50.683" v="218" actId="1076"/>
          <ac:spMkLst>
            <pc:docMk/>
            <pc:sldMk cId="1995288309" sldId="312"/>
            <ac:spMk id="43" creationId="{1DF7A21D-EFBB-C363-2A43-CEA146F9C080}"/>
          </ac:spMkLst>
        </pc:spChg>
        <pc:grpChg chg="del">
          <ac:chgData name="来宾用户" userId="" providerId="Windows Live" clId="Web-{D5E611CA-3582-88C2-7FDF-1904ABB77AC8}" dt="2025-11-18T15:00:10.898" v="2"/>
          <ac:grpSpMkLst>
            <pc:docMk/>
            <pc:sldMk cId="1995288309" sldId="312"/>
            <ac:grpSpMk id="10" creationId="{196BE7D4-B1E3-4E4F-3A04-D35E139E68B4}"/>
          </ac:grpSpMkLst>
        </pc:grpChg>
        <pc:grpChg chg="add">
          <ac:chgData name="来宾用户" userId="" providerId="Windows Live" clId="Web-{D5E611CA-3582-88C2-7FDF-1904ABB77AC8}" dt="2025-11-18T15:05:51.249" v="87"/>
          <ac:grpSpMkLst>
            <pc:docMk/>
            <pc:sldMk cId="1995288309" sldId="312"/>
            <ac:grpSpMk id="23" creationId="{8EFE2AFE-54DC-9FC7-16C4-062E2E1A650B}"/>
          </ac:grpSpMkLst>
        </pc:grpChg>
        <pc:grpChg chg="add del">
          <ac:chgData name="来宾用户" userId="" providerId="Windows Live" clId="Web-{D5E611CA-3582-88C2-7FDF-1904ABB77AC8}" dt="2025-11-18T15:12:21.883" v="149"/>
          <ac:grpSpMkLst>
            <pc:docMk/>
            <pc:sldMk cId="1995288309" sldId="312"/>
            <ac:grpSpMk id="32" creationId="{99FC4BAE-82E1-7AD3-9292-9D021DAE05B5}"/>
          </ac:grpSpMkLst>
        </pc:grpChg>
        <pc:grpChg chg="add mod">
          <ac:chgData name="来宾用户" userId="" providerId="Windows Live" clId="Web-{D5E611CA-3582-88C2-7FDF-1904ABB77AC8}" dt="2025-11-18T15:14:38.073" v="188" actId="1076"/>
          <ac:grpSpMkLst>
            <pc:docMk/>
            <pc:sldMk cId="1995288309" sldId="312"/>
            <ac:grpSpMk id="33" creationId="{DD978593-2CF5-08BE-8604-0CA8EE4B9605}"/>
          </ac:grpSpMkLst>
        </pc:grpChg>
        <pc:grpChg chg="add mod">
          <ac:chgData name="来宾用户" userId="" providerId="Windows Live" clId="Web-{D5E611CA-3582-88C2-7FDF-1904ABB77AC8}" dt="2025-11-18T15:14:12.619" v="183" actId="1076"/>
          <ac:grpSpMkLst>
            <pc:docMk/>
            <pc:sldMk cId="1995288309" sldId="312"/>
            <ac:grpSpMk id="34" creationId="{219BCF2B-21EA-990B-8C7D-A9818B10AC3A}"/>
          </ac:grpSpMkLst>
        </pc:grpChg>
        <pc:picChg chg="add mod modCrop">
          <ac:chgData name="来宾用户" userId="" providerId="Windows Live" clId="Web-{D5E611CA-3582-88C2-7FDF-1904ABB77AC8}" dt="2025-11-18T15:05:48.702" v="81" actId="1076"/>
          <ac:picMkLst>
            <pc:docMk/>
            <pc:sldMk cId="1995288309" sldId="312"/>
            <ac:picMk id="2" creationId="{00FDD6E2-CB59-42DC-378E-2A185F095F2D}"/>
          </ac:picMkLst>
        </pc:picChg>
        <pc:picChg chg="add mod">
          <ac:chgData name="来宾用户" userId="" providerId="Windows Live" clId="Web-{D5E611CA-3582-88C2-7FDF-1904ABB77AC8}" dt="2025-11-18T15:13:59.931" v="178" actId="14100"/>
          <ac:picMkLst>
            <pc:docMk/>
            <pc:sldMk cId="1995288309" sldId="312"/>
            <ac:picMk id="14" creationId="{A991B642-2A94-A97F-ADAE-CFD9A2C32455}"/>
          </ac:picMkLst>
        </pc:picChg>
        <pc:picChg chg="add mod">
          <ac:chgData name="来宾用户" userId="" providerId="Windows Live" clId="Web-{D5E611CA-3582-88C2-7FDF-1904ABB77AC8}" dt="2025-11-18T15:05:48.764" v="86" actId="1076"/>
          <ac:picMkLst>
            <pc:docMk/>
            <pc:sldMk cId="1995288309" sldId="312"/>
            <ac:picMk id="22" creationId="{2C757770-104C-1DC7-788C-6E61BAFF4C01}"/>
          </ac:picMkLst>
        </pc:picChg>
        <pc:picChg chg="add mod topLvl modCrop">
          <ac:chgData name="来宾用户" userId="" providerId="Windows Live" clId="Web-{D5E611CA-3582-88C2-7FDF-1904ABB77AC8}" dt="2025-11-18T15:14:35.026" v="187" actId="1076"/>
          <ac:picMkLst>
            <pc:docMk/>
            <pc:sldMk cId="1995288309" sldId="312"/>
            <ac:picMk id="31" creationId="{4EF0A67F-3F97-5E24-89B2-727FB52ECA80}"/>
          </ac:picMkLst>
        </pc:picChg>
        <pc:picChg chg="add del mod">
          <ac:chgData name="来宾用户" userId="" providerId="Windows Live" clId="Web-{D5E611CA-3582-88C2-7FDF-1904ABB77AC8}" dt="2025-11-18T15:15:05.760" v="192"/>
          <ac:picMkLst>
            <pc:docMk/>
            <pc:sldMk cId="1995288309" sldId="312"/>
            <ac:picMk id="35" creationId="{07FE615A-95C7-43C6-1445-0CABF71E2AB3}"/>
          </ac:picMkLst>
        </pc:picChg>
        <pc:picChg chg="add del mod">
          <ac:chgData name="来宾用户" userId="" providerId="Windows Live" clId="Web-{D5E611CA-3582-88C2-7FDF-1904ABB77AC8}" dt="2025-11-18T15:14:59.245" v="191"/>
          <ac:picMkLst>
            <pc:docMk/>
            <pc:sldMk cId="1995288309" sldId="312"/>
            <ac:picMk id="36" creationId="{7BFF314E-5D1C-3B67-40A7-9632AD196395}"/>
          </ac:picMkLst>
        </pc:picChg>
        <pc:cxnChg chg="add del">
          <ac:chgData name="来宾用户" userId="" providerId="Windows Live" clId="Web-{D5E611CA-3582-88C2-7FDF-1904ABB77AC8}" dt="2025-11-18T15:15:57.480" v="204"/>
          <ac:cxnSpMkLst>
            <pc:docMk/>
            <pc:sldMk cId="1995288309" sldId="312"/>
            <ac:cxnSpMk id="41" creationId="{2B1603F5-DC8D-9A33-0265-8C29A9D86188}"/>
          </ac:cxnSpMkLst>
        </pc:cxnChg>
      </pc:sldChg>
      <pc:sldChg chg="delSp add replId">
        <pc:chgData name="来宾用户" userId="" providerId="Windows Live" clId="Web-{D5E611CA-3582-88C2-7FDF-1904ABB77AC8}" dt="2025-11-18T15:33:23.203" v="291"/>
        <pc:sldMkLst>
          <pc:docMk/>
          <pc:sldMk cId="3159225033" sldId="314"/>
        </pc:sldMkLst>
        <pc:spChg chg="del">
          <ac:chgData name="来宾用户" userId="" providerId="Windows Live" clId="Web-{D5E611CA-3582-88C2-7FDF-1904ABB77AC8}" dt="2025-11-18T15:33:20.125" v="288"/>
          <ac:spMkLst>
            <pc:docMk/>
            <pc:sldMk cId="3159225033" sldId="314"/>
            <ac:spMk id="4" creationId="{585ABD5D-E477-90A1-B78C-5A5433189DEA}"/>
          </ac:spMkLst>
        </pc:spChg>
        <pc:spChg chg="del">
          <ac:chgData name="来宾用户" userId="" providerId="Windows Live" clId="Web-{D5E611CA-3582-88C2-7FDF-1904ABB77AC8}" dt="2025-11-18T15:33:23.203" v="291"/>
          <ac:spMkLst>
            <pc:docMk/>
            <pc:sldMk cId="3159225033" sldId="314"/>
            <ac:spMk id="6" creationId="{7FBB715C-D7BA-8AA3-1C7A-1C6A090DE687}"/>
          </ac:spMkLst>
        </pc:spChg>
        <pc:picChg chg="del">
          <ac:chgData name="来宾用户" userId="" providerId="Windows Live" clId="Web-{D5E611CA-3582-88C2-7FDF-1904ABB77AC8}" dt="2025-11-18T15:33:16.719" v="286"/>
          <ac:picMkLst>
            <pc:docMk/>
            <pc:sldMk cId="3159225033" sldId="314"/>
            <ac:picMk id="3" creationId="{5D7AF3B7-120B-7CBA-4532-13CDA31E26A1}"/>
          </ac:picMkLst>
        </pc:picChg>
        <pc:picChg chg="del">
          <ac:chgData name="来宾用户" userId="" providerId="Windows Live" clId="Web-{D5E611CA-3582-88C2-7FDF-1904ABB77AC8}" dt="2025-11-18T15:33:19.313" v="287"/>
          <ac:picMkLst>
            <pc:docMk/>
            <pc:sldMk cId="3159225033" sldId="314"/>
            <ac:picMk id="7" creationId="{83B6D401-562C-63D2-496C-D72B4CBDB0E8}"/>
          </ac:picMkLst>
        </pc:picChg>
        <pc:cxnChg chg="del">
          <ac:chgData name="来宾用户" userId="" providerId="Windows Live" clId="Web-{D5E611CA-3582-88C2-7FDF-1904ABB77AC8}" dt="2025-11-18T15:33:22.110" v="290"/>
          <ac:cxnSpMkLst>
            <pc:docMk/>
            <pc:sldMk cId="3159225033" sldId="314"/>
            <ac:cxnSpMk id="9" creationId="{64F495FB-314B-5E56-5294-554344D642D6}"/>
          </ac:cxnSpMkLst>
        </pc:cxnChg>
        <pc:cxnChg chg="del">
          <ac:chgData name="来宾用户" userId="" providerId="Windows Live" clId="Web-{D5E611CA-3582-88C2-7FDF-1904ABB77AC8}" dt="2025-11-18T15:33:21.375" v="289"/>
          <ac:cxnSpMkLst>
            <pc:docMk/>
            <pc:sldMk cId="3159225033" sldId="314"/>
            <ac:cxnSpMk id="12" creationId="{32F48C3E-AC40-641B-593E-8C43BD07FB49}"/>
          </ac:cxnSpMkLst>
        </pc:cxnChg>
      </pc:sldChg>
      <pc:sldChg chg="addSp delSp modSp add replId">
        <pc:chgData name="来宾用户" userId="" providerId="Windows Live" clId="Web-{D5E611CA-3582-88C2-7FDF-1904ABB77AC8}" dt="2025-11-19T02:19:04.180" v="308"/>
        <pc:sldMkLst>
          <pc:docMk/>
          <pc:sldMk cId="1962514570" sldId="315"/>
        </pc:sldMkLst>
        <pc:spChg chg="del">
          <ac:chgData name="来宾用户" userId="" providerId="Windows Live" clId="Web-{D5E611CA-3582-88C2-7FDF-1904ABB77AC8}" dt="2025-11-19T02:18:43.367" v="299"/>
          <ac:spMkLst>
            <pc:docMk/>
            <pc:sldMk cId="1962514570" sldId="315"/>
            <ac:spMk id="2" creationId="{8A210FCC-9BCB-361A-99AB-B4062190F992}"/>
          </ac:spMkLst>
        </pc:spChg>
        <pc:spChg chg="del">
          <ac:chgData name="来宾用户" userId="" providerId="Windows Live" clId="Web-{D5E611CA-3582-88C2-7FDF-1904ABB77AC8}" dt="2025-11-19T02:18:47.258" v="302"/>
          <ac:spMkLst>
            <pc:docMk/>
            <pc:sldMk cId="1962514570" sldId="315"/>
            <ac:spMk id="4" creationId="{95974B93-7F3F-44CA-0C29-6CB9DFBEA73D}"/>
          </ac:spMkLst>
        </pc:spChg>
        <pc:spChg chg="del">
          <ac:chgData name="来宾用户" userId="" providerId="Windows Live" clId="Web-{D5E611CA-3582-88C2-7FDF-1904ABB77AC8}" dt="2025-11-19T02:18:45.476" v="301"/>
          <ac:spMkLst>
            <pc:docMk/>
            <pc:sldMk cId="1962514570" sldId="315"/>
            <ac:spMk id="6" creationId="{6D88D70E-B3B4-7B79-63DC-BC4FB4EDAC92}"/>
          </ac:spMkLst>
        </pc:spChg>
        <pc:spChg chg="del">
          <ac:chgData name="来宾用户" userId="" providerId="Windows Live" clId="Web-{D5E611CA-3582-88C2-7FDF-1904ABB77AC8}" dt="2025-11-19T02:18:43.367" v="298"/>
          <ac:spMkLst>
            <pc:docMk/>
            <pc:sldMk cId="1962514570" sldId="315"/>
            <ac:spMk id="8" creationId="{4D59A4EF-D137-3AA3-1A1C-028C48629AFF}"/>
          </ac:spMkLst>
        </pc:spChg>
        <pc:spChg chg="mod">
          <ac:chgData name="来宾用户" userId="" providerId="Windows Live" clId="Web-{D5E611CA-3582-88C2-7FDF-1904ABB77AC8}" dt="2025-11-19T02:18:50.164" v="303" actId="1076"/>
          <ac:spMkLst>
            <pc:docMk/>
            <pc:sldMk cId="1962514570" sldId="315"/>
            <ac:spMk id="11" creationId="{C591F7D0-B536-CAA3-3B1E-13D756A4DE45}"/>
          </ac:spMkLst>
        </pc:spChg>
        <pc:picChg chg="del">
          <ac:chgData name="来宾用户" userId="" providerId="Windows Live" clId="Web-{D5E611CA-3582-88C2-7FDF-1904ABB77AC8}" dt="2025-11-19T02:18:41.539" v="297"/>
          <ac:picMkLst>
            <pc:docMk/>
            <pc:sldMk cId="1962514570" sldId="315"/>
            <ac:picMk id="3" creationId="{EA9BC633-17A1-4A62-2845-49E3451ED9BB}"/>
          </ac:picMkLst>
        </pc:picChg>
        <pc:picChg chg="del">
          <ac:chgData name="来宾用户" userId="" providerId="Windows Live" clId="Web-{D5E611CA-3582-88C2-7FDF-1904ABB77AC8}" dt="2025-11-19T02:18:43.367" v="300"/>
          <ac:picMkLst>
            <pc:docMk/>
            <pc:sldMk cId="1962514570" sldId="315"/>
            <ac:picMk id="7" creationId="{B1E741FA-55C7-8F42-C4FE-9F3A86B2F3B2}"/>
          </ac:picMkLst>
        </pc:picChg>
        <pc:picChg chg="add del mod">
          <ac:chgData name="来宾用户" userId="" providerId="Windows Live" clId="Web-{D5E611CA-3582-88C2-7FDF-1904ABB77AC8}" dt="2025-11-19T02:19:04.180" v="308"/>
          <ac:picMkLst>
            <pc:docMk/>
            <pc:sldMk cId="1962514570" sldId="315"/>
            <ac:picMk id="9" creationId="{EE3B2C45-D21F-7382-4F93-C7E1CA1F0DAA}"/>
          </ac:picMkLst>
        </pc:picChg>
      </pc:sldChg>
    </pc:docChg>
  </pc:docChgLst>
  <pc:docChgLst>
    <pc:chgData name="来宾用户" providerId="Windows Live" clId="Web-{904CD175-AC5B-E18E-28A7-C1F90A0DB675}"/>
    <pc:docChg chg="modSld">
      <pc:chgData name="来宾用户" userId="" providerId="Windows Live" clId="Web-{904CD175-AC5B-E18E-28A7-C1F90A0DB675}" dt="2025-11-19T06:20:55.386" v="245" actId="20577"/>
      <pc:docMkLst>
        <pc:docMk/>
      </pc:docMkLst>
      <pc:sldChg chg="modNotes">
        <pc:chgData name="来宾用户" userId="" providerId="Windows Live" clId="Web-{904CD175-AC5B-E18E-28A7-C1F90A0DB675}" dt="2025-11-19T06:19:44.713" v="198"/>
        <pc:sldMkLst>
          <pc:docMk/>
          <pc:sldMk cId="1164129650" sldId="295"/>
        </pc:sldMkLst>
      </pc:sldChg>
      <pc:sldChg chg="modNotes">
        <pc:chgData name="来宾用户" userId="" providerId="Windows Live" clId="Web-{904CD175-AC5B-E18E-28A7-C1F90A0DB675}" dt="2025-11-19T06:14:03.658" v="58"/>
        <pc:sldMkLst>
          <pc:docMk/>
          <pc:sldMk cId="1341453610" sldId="298"/>
        </pc:sldMkLst>
      </pc:sldChg>
      <pc:sldChg chg="modNotes">
        <pc:chgData name="来宾用户" userId="" providerId="Windows Live" clId="Web-{904CD175-AC5B-E18E-28A7-C1F90A0DB675}" dt="2025-11-19T06:12:50.517" v="7"/>
        <pc:sldMkLst>
          <pc:docMk/>
          <pc:sldMk cId="1854057376" sldId="309"/>
        </pc:sldMkLst>
      </pc:sldChg>
      <pc:sldChg chg="modNotes">
        <pc:chgData name="来宾用户" userId="" providerId="Windows Live" clId="Web-{904CD175-AC5B-E18E-28A7-C1F90A0DB675}" dt="2025-11-19T06:16:09.341" v="107"/>
        <pc:sldMkLst>
          <pc:docMk/>
          <pc:sldMk cId="3994116165" sldId="311"/>
        </pc:sldMkLst>
      </pc:sldChg>
      <pc:sldChg chg="modNotes">
        <pc:chgData name="来宾用户" userId="" providerId="Windows Live" clId="Web-{904CD175-AC5B-E18E-28A7-C1F90A0DB675}" dt="2025-11-19T06:19:11.790" v="169"/>
        <pc:sldMkLst>
          <pc:docMk/>
          <pc:sldMk cId="1995288309" sldId="312"/>
        </pc:sldMkLst>
      </pc:sldChg>
      <pc:sldChg chg="modSp">
        <pc:chgData name="来宾用户" userId="" providerId="Windows Live" clId="Web-{904CD175-AC5B-E18E-28A7-C1F90A0DB675}" dt="2025-11-19T06:20:55.386" v="245" actId="20577"/>
        <pc:sldMkLst>
          <pc:docMk/>
          <pc:sldMk cId="3608542772" sldId="314"/>
        </pc:sldMkLst>
        <pc:spChg chg="mod">
          <ac:chgData name="来宾用户" userId="" providerId="Windows Live" clId="Web-{904CD175-AC5B-E18E-28A7-C1F90A0DB675}" dt="2025-11-19T06:20:55.386" v="245" actId="20577"/>
          <ac:spMkLst>
            <pc:docMk/>
            <pc:sldMk cId="3608542772" sldId="314"/>
            <ac:spMk id="11" creationId="{DB6A1212-B4E6-2945-57DB-03B5AF81347F}"/>
          </ac:spMkLst>
        </pc:spChg>
      </pc:sldChg>
    </pc:docChg>
  </pc:docChgLst>
  <pc:docChgLst>
    <pc:chgData name="Kefan Chen" userId="efc0740212d19fd3" providerId="LiveId" clId="{47E42183-BAF3-44A6-8A99-93D25AADA46F}"/>
    <pc:docChg chg="undo custSel addSld modSld">
      <pc:chgData name="Kefan Chen" userId="efc0740212d19fd3" providerId="LiveId" clId="{47E42183-BAF3-44A6-8A99-93D25AADA46F}" dt="2025-11-18T13:46:53.751" v="2739" actId="20577"/>
      <pc:docMkLst>
        <pc:docMk/>
      </pc:docMkLst>
      <pc:sldChg chg="addSp modSp mod modNotesTx">
        <pc:chgData name="Kefan Chen" userId="efc0740212d19fd3" providerId="LiveId" clId="{47E42183-BAF3-44A6-8A99-93D25AADA46F}" dt="2025-11-18T13:42:23.099" v="2637" actId="14100"/>
        <pc:sldMkLst>
          <pc:docMk/>
          <pc:sldMk cId="4000231003" sldId="285"/>
        </pc:sldMkLst>
        <pc:spChg chg="mod">
          <ac:chgData name="Kefan Chen" userId="efc0740212d19fd3" providerId="LiveId" clId="{47E42183-BAF3-44A6-8A99-93D25AADA46F}" dt="2025-11-18T11:51:29.156" v="877" actId="20577"/>
          <ac:spMkLst>
            <pc:docMk/>
            <pc:sldMk cId="4000231003" sldId="285"/>
            <ac:spMk id="3" creationId="{DFFDBFCC-95C9-11F3-3E0E-E2F2D0273708}"/>
          </ac:spMkLst>
        </pc:spChg>
        <pc:spChg chg="mod">
          <ac:chgData name="Kefan Chen" userId="efc0740212d19fd3" providerId="LiveId" clId="{47E42183-BAF3-44A6-8A99-93D25AADA46F}" dt="2025-11-16T15:43:01.555" v="47" actId="207"/>
          <ac:spMkLst>
            <pc:docMk/>
            <pc:sldMk cId="4000231003" sldId="285"/>
            <ac:spMk id="9" creationId="{1541718A-4798-7F6D-38A5-872D2F9664C4}"/>
          </ac:spMkLst>
        </pc:spChg>
        <pc:cxnChg chg="add mod">
          <ac:chgData name="Kefan Chen" userId="efc0740212d19fd3" providerId="LiveId" clId="{47E42183-BAF3-44A6-8A99-93D25AADA46F}" dt="2025-11-18T13:42:23.099" v="2637" actId="14100"/>
          <ac:cxnSpMkLst>
            <pc:docMk/>
            <pc:sldMk cId="4000231003" sldId="285"/>
            <ac:cxnSpMk id="2" creationId="{9732EF7B-4E54-5A52-8466-8CF506D350BB}"/>
          </ac:cxnSpMkLst>
        </pc:cxnChg>
        <pc:cxnChg chg="add mod">
          <ac:chgData name="Kefan Chen" userId="efc0740212d19fd3" providerId="LiveId" clId="{47E42183-BAF3-44A6-8A99-93D25AADA46F}" dt="2025-11-18T13:42:02.083" v="2633" actId="1076"/>
          <ac:cxnSpMkLst>
            <pc:docMk/>
            <pc:sldMk cId="4000231003" sldId="285"/>
            <ac:cxnSpMk id="11" creationId="{7D30B007-8CA7-9CA1-053D-5A15F9FFABA9}"/>
          </ac:cxnSpMkLst>
        </pc:cxnChg>
      </pc:sldChg>
      <pc:sldChg chg="addSp modSp modNotesTx">
        <pc:chgData name="Kefan Chen" userId="efc0740212d19fd3" providerId="LiveId" clId="{47E42183-BAF3-44A6-8A99-93D25AADA46F}" dt="2025-11-18T12:39:46.525" v="2007" actId="20577"/>
        <pc:sldMkLst>
          <pc:docMk/>
          <pc:sldMk cId="718464419" sldId="289"/>
        </pc:sldMkLst>
        <pc:picChg chg="add mod">
          <ac:chgData name="Kefan Chen" userId="efc0740212d19fd3" providerId="LiveId" clId="{47E42183-BAF3-44A6-8A99-93D25AADA46F}" dt="2025-11-16T15:44:15.312" v="95" actId="1076"/>
          <ac:picMkLst>
            <pc:docMk/>
            <pc:sldMk cId="718464419" sldId="289"/>
            <ac:picMk id="5" creationId="{F8E66BE5-55AB-F86F-4600-BCDE85519E08}"/>
          </ac:picMkLst>
        </pc:picChg>
        <pc:picChg chg="add mod">
          <ac:chgData name="Kefan Chen" userId="efc0740212d19fd3" providerId="LiveId" clId="{47E42183-BAF3-44A6-8A99-93D25AADA46F}" dt="2025-11-16T15:44:18.473" v="97" actId="1076"/>
          <ac:picMkLst>
            <pc:docMk/>
            <pc:sldMk cId="718464419" sldId="289"/>
            <ac:picMk id="7" creationId="{1FFAB8DB-C9BF-1695-E0A3-C1184D66D7C5}"/>
          </ac:picMkLst>
        </pc:picChg>
        <pc:picChg chg="add mod">
          <ac:chgData name="Kefan Chen" userId="efc0740212d19fd3" providerId="LiveId" clId="{47E42183-BAF3-44A6-8A99-93D25AADA46F}" dt="2025-11-16T15:44:21.144" v="99" actId="1076"/>
          <ac:picMkLst>
            <pc:docMk/>
            <pc:sldMk cId="718464419" sldId="289"/>
            <ac:picMk id="8" creationId="{C9B0C4A7-8ECF-228F-46A7-2CD4236255BA}"/>
          </ac:picMkLst>
        </pc:picChg>
      </pc:sldChg>
      <pc:sldChg chg="modNotesTx">
        <pc:chgData name="Kefan Chen" userId="efc0740212d19fd3" providerId="LiveId" clId="{47E42183-BAF3-44A6-8A99-93D25AADA46F}" dt="2025-11-18T12:51:31.028" v="2394" actId="313"/>
        <pc:sldMkLst>
          <pc:docMk/>
          <pc:sldMk cId="2998564678" sldId="290"/>
        </pc:sldMkLst>
      </pc:sldChg>
      <pc:sldChg chg="addSp modSp mod modNotesTx">
        <pc:chgData name="Kefan Chen" userId="efc0740212d19fd3" providerId="LiveId" clId="{47E42183-BAF3-44A6-8A99-93D25AADA46F}" dt="2025-11-18T12:54:05.453" v="2597" actId="20577"/>
        <pc:sldMkLst>
          <pc:docMk/>
          <pc:sldMk cId="3887572608" sldId="291"/>
        </pc:sldMkLst>
        <pc:spChg chg="add mod">
          <ac:chgData name="Kefan Chen" userId="efc0740212d19fd3" providerId="LiveId" clId="{47E42183-BAF3-44A6-8A99-93D25AADA46F}" dt="2025-11-18T12:34:34.177" v="1688" actId="14100"/>
          <ac:spMkLst>
            <pc:docMk/>
            <pc:sldMk cId="3887572608" sldId="291"/>
            <ac:spMk id="2" creationId="{DDDD32B4-7A28-D7BD-5AE9-DED5B0BB61DB}"/>
          </ac:spMkLst>
        </pc:spChg>
        <pc:picChg chg="mod">
          <ac:chgData name="Kefan Chen" userId="efc0740212d19fd3" providerId="LiveId" clId="{47E42183-BAF3-44A6-8A99-93D25AADA46F}" dt="2025-11-18T12:34:27.850" v="1685" actId="1076"/>
          <ac:picMkLst>
            <pc:docMk/>
            <pc:sldMk cId="3887572608" sldId="291"/>
            <ac:picMk id="10" creationId="{68C5966E-01BB-1EB8-387D-F450F5E62621}"/>
          </ac:picMkLst>
        </pc:picChg>
      </pc:sldChg>
      <pc:sldChg chg="modNotesTx">
        <pc:chgData name="Kefan Chen" userId="efc0740212d19fd3" providerId="LiveId" clId="{47E42183-BAF3-44A6-8A99-93D25AADA46F}" dt="2025-11-18T13:46:53.751" v="2739" actId="20577"/>
        <pc:sldMkLst>
          <pc:docMk/>
          <pc:sldMk cId="3223117846" sldId="293"/>
        </pc:sldMkLst>
      </pc:sldChg>
      <pc:sldChg chg="modNotesTx">
        <pc:chgData name="Kefan Chen" userId="efc0740212d19fd3" providerId="LiveId" clId="{47E42183-BAF3-44A6-8A99-93D25AADA46F}" dt="2025-11-18T12:57:08.416" v="2627" actId="20577"/>
        <pc:sldMkLst>
          <pc:docMk/>
          <pc:sldMk cId="3556006600" sldId="296"/>
        </pc:sldMkLst>
      </pc:sldChg>
      <pc:sldChg chg="addSp delSp modSp mod modNotesTx">
        <pc:chgData name="Kefan Chen" userId="efc0740212d19fd3" providerId="LiveId" clId="{47E42183-BAF3-44A6-8A99-93D25AADA46F}" dt="2025-11-18T12:50:34.941" v="2330" actId="20577"/>
        <pc:sldMkLst>
          <pc:docMk/>
          <pc:sldMk cId="3509585585" sldId="297"/>
        </pc:sldMkLst>
        <pc:spChg chg="add del">
          <ac:chgData name="Kefan Chen" userId="efc0740212d19fd3" providerId="LiveId" clId="{47E42183-BAF3-44A6-8A99-93D25AADA46F}" dt="2025-11-18T12:48:00.505" v="2212" actId="478"/>
          <ac:spMkLst>
            <pc:docMk/>
            <pc:sldMk cId="3509585585" sldId="297"/>
            <ac:spMk id="2" creationId="{7085ABB4-A165-1DD3-3F2D-6BBA3C127AFB}"/>
          </ac:spMkLst>
        </pc:spChg>
        <pc:spChg chg="add">
          <ac:chgData name="Kefan Chen" userId="efc0740212d19fd3" providerId="LiveId" clId="{47E42183-BAF3-44A6-8A99-93D25AADA46F}" dt="2025-11-18T12:48:07.362" v="2213"/>
          <ac:spMkLst>
            <pc:docMk/>
            <pc:sldMk cId="3509585585" sldId="297"/>
            <ac:spMk id="6" creationId="{474997C3-4747-1401-B522-FB7D85C34FA6}"/>
          </ac:spMkLst>
        </pc:spChg>
        <pc:picChg chg="add mod">
          <ac:chgData name="Kefan Chen" userId="efc0740212d19fd3" providerId="LiveId" clId="{47E42183-BAF3-44A6-8A99-93D25AADA46F}" dt="2025-11-18T12:48:44.816" v="2218" actId="1076"/>
          <ac:picMkLst>
            <pc:docMk/>
            <pc:sldMk cId="3509585585" sldId="297"/>
            <ac:picMk id="9" creationId="{7500E312-AF17-8D75-421E-437ACA04792B}"/>
          </ac:picMkLst>
        </pc:picChg>
      </pc:sldChg>
      <pc:sldChg chg="modSp mod">
        <pc:chgData name="Kefan Chen" userId="efc0740212d19fd3" providerId="LiveId" clId="{47E42183-BAF3-44A6-8A99-93D25AADA46F}" dt="2025-11-18T12:43:15.789" v="2210" actId="20577"/>
        <pc:sldMkLst>
          <pc:docMk/>
          <pc:sldMk cId="20366267" sldId="299"/>
        </pc:sldMkLst>
        <pc:spChg chg="mod">
          <ac:chgData name="Kefan Chen" userId="efc0740212d19fd3" providerId="LiveId" clId="{47E42183-BAF3-44A6-8A99-93D25AADA46F}" dt="2025-11-18T12:43:15.789" v="2210" actId="20577"/>
          <ac:spMkLst>
            <pc:docMk/>
            <pc:sldMk cId="20366267" sldId="299"/>
            <ac:spMk id="4" creationId="{332280A2-3A92-69FC-4741-0300C8FBC822}"/>
          </ac:spMkLst>
        </pc:spChg>
        <pc:spChg chg="mod">
          <ac:chgData name="Kefan Chen" userId="efc0740212d19fd3" providerId="LiveId" clId="{47E42183-BAF3-44A6-8A99-93D25AADA46F}" dt="2025-11-16T15:53:24.663" v="390" actId="1076"/>
          <ac:spMkLst>
            <pc:docMk/>
            <pc:sldMk cId="20366267" sldId="299"/>
            <ac:spMk id="9" creationId="{23AEB31B-0176-3B6C-9C08-AD09256BC32A}"/>
          </ac:spMkLst>
        </pc:spChg>
      </pc:sldChg>
      <pc:sldChg chg="modSp mod">
        <pc:chgData name="Kefan Chen" userId="efc0740212d19fd3" providerId="LiveId" clId="{47E42183-BAF3-44A6-8A99-93D25AADA46F}" dt="2025-11-16T15:42:59" v="46" actId="207"/>
        <pc:sldMkLst>
          <pc:docMk/>
          <pc:sldMk cId="1275314339" sldId="302"/>
        </pc:sldMkLst>
        <pc:spChg chg="mod">
          <ac:chgData name="Kefan Chen" userId="efc0740212d19fd3" providerId="LiveId" clId="{47E42183-BAF3-44A6-8A99-93D25AADA46F}" dt="2025-11-16T15:42:59" v="46" actId="207"/>
          <ac:spMkLst>
            <pc:docMk/>
            <pc:sldMk cId="1275314339" sldId="302"/>
            <ac:spMk id="2" creationId="{DFECF313-D040-FE81-1DBA-E9795110B11D}"/>
          </ac:spMkLst>
        </pc:spChg>
        <pc:spChg chg="mod">
          <ac:chgData name="Kefan Chen" userId="efc0740212d19fd3" providerId="LiveId" clId="{47E42183-BAF3-44A6-8A99-93D25AADA46F}" dt="2025-11-16T15:42:54.257" v="45" actId="207"/>
          <ac:spMkLst>
            <pc:docMk/>
            <pc:sldMk cId="1275314339" sldId="302"/>
            <ac:spMk id="3" creationId="{4F672209-7A65-62E9-489E-FA0974FA6B19}"/>
          </ac:spMkLst>
        </pc:spChg>
      </pc:sldChg>
      <pc:sldChg chg="modNotesTx">
        <pc:chgData name="Kefan Chen" userId="efc0740212d19fd3" providerId="LiveId" clId="{47E42183-BAF3-44A6-8A99-93D25AADA46F}" dt="2025-11-18T12:51:16.148" v="2385" actId="20577"/>
        <pc:sldMkLst>
          <pc:docMk/>
          <pc:sldMk cId="351932838" sldId="304"/>
        </pc:sldMkLst>
      </pc:sldChg>
      <pc:sldChg chg="delSp mod modNotesTx">
        <pc:chgData name="Kefan Chen" userId="efc0740212d19fd3" providerId="LiveId" clId="{47E42183-BAF3-44A6-8A99-93D25AADA46F}" dt="2025-11-18T13:46:21.543" v="2732" actId="20577"/>
        <pc:sldMkLst>
          <pc:docMk/>
          <pc:sldMk cId="3240868738" sldId="305"/>
        </pc:sldMkLst>
        <pc:picChg chg="del">
          <ac:chgData name="Kefan Chen" userId="efc0740212d19fd3" providerId="LiveId" clId="{47E42183-BAF3-44A6-8A99-93D25AADA46F}" dt="2025-11-18T12:18:27.974" v="1548" actId="21"/>
          <ac:picMkLst>
            <pc:docMk/>
            <pc:sldMk cId="3240868738" sldId="305"/>
            <ac:picMk id="2" creationId="{CDD8121E-2F79-B6DF-7604-273A3D94F19E}"/>
          </ac:picMkLst>
        </pc:picChg>
      </pc:sldChg>
      <pc:sldChg chg="modSp mod">
        <pc:chgData name="Kefan Chen" userId="efc0740212d19fd3" providerId="LiveId" clId="{47E42183-BAF3-44A6-8A99-93D25AADA46F}" dt="2025-11-16T15:48:27.008" v="115" actId="1076"/>
        <pc:sldMkLst>
          <pc:docMk/>
          <pc:sldMk cId="1854057376" sldId="309"/>
        </pc:sldMkLst>
        <pc:spChg chg="mod">
          <ac:chgData name="Kefan Chen" userId="efc0740212d19fd3" providerId="LiveId" clId="{47E42183-BAF3-44A6-8A99-93D25AADA46F}" dt="2025-11-16T15:48:27.008" v="115" actId="1076"/>
          <ac:spMkLst>
            <pc:docMk/>
            <pc:sldMk cId="1854057376" sldId="309"/>
            <ac:spMk id="2" creationId="{F619847C-CEC8-1B99-98A1-34E922E61421}"/>
          </ac:spMkLst>
        </pc:spChg>
        <pc:spChg chg="mod">
          <ac:chgData name="Kefan Chen" userId="efc0740212d19fd3" providerId="LiveId" clId="{47E42183-BAF3-44A6-8A99-93D25AADA46F}" dt="2025-11-16T15:48:27.008" v="115" actId="1076"/>
          <ac:spMkLst>
            <pc:docMk/>
            <pc:sldMk cId="1854057376" sldId="309"/>
            <ac:spMk id="12" creationId="{92736A88-FE57-0276-1529-89782F3FDF35}"/>
          </ac:spMkLst>
        </pc:spChg>
        <pc:picChg chg="mod">
          <ac:chgData name="Kefan Chen" userId="efc0740212d19fd3" providerId="LiveId" clId="{47E42183-BAF3-44A6-8A99-93D25AADA46F}" dt="2025-11-16T15:48:27.008" v="115" actId="1076"/>
          <ac:picMkLst>
            <pc:docMk/>
            <pc:sldMk cId="1854057376" sldId="309"/>
            <ac:picMk id="7" creationId="{7C327898-232A-CBA9-5D64-E7280889E5A4}"/>
          </ac:picMkLst>
        </pc:picChg>
        <pc:picChg chg="mod">
          <ac:chgData name="Kefan Chen" userId="efc0740212d19fd3" providerId="LiveId" clId="{47E42183-BAF3-44A6-8A99-93D25AADA46F}" dt="2025-11-16T15:48:27.008" v="115" actId="1076"/>
          <ac:picMkLst>
            <pc:docMk/>
            <pc:sldMk cId="1854057376" sldId="309"/>
            <ac:picMk id="11" creationId="{3E04B51F-2554-64FC-F0AE-F4B7E98BBC17}"/>
          </ac:picMkLst>
        </pc:picChg>
      </pc:sldChg>
      <pc:sldChg chg="addSp delSp modSp mod">
        <pc:chgData name="Kefan Chen" userId="efc0740212d19fd3" providerId="LiveId" clId="{47E42183-BAF3-44A6-8A99-93D25AADA46F}" dt="2025-11-16T16:17:11.191" v="447" actId="20577"/>
        <pc:sldMkLst>
          <pc:docMk/>
          <pc:sldMk cId="3826484136" sldId="310"/>
        </pc:sldMkLst>
      </pc:sldChg>
      <pc:sldChg chg="addSp delSp modSp add mod modNotesTx">
        <pc:chgData name="Kefan Chen" userId="efc0740212d19fd3" providerId="LiveId" clId="{47E42183-BAF3-44A6-8A99-93D25AADA46F}" dt="2025-11-18T12:40:57.198" v="2144" actId="20577"/>
        <pc:sldMkLst>
          <pc:docMk/>
          <pc:sldMk cId="458723229" sldId="313"/>
        </pc:sldMkLst>
        <pc:spChg chg="mod">
          <ac:chgData name="Kefan Chen" userId="efc0740212d19fd3" providerId="LiveId" clId="{47E42183-BAF3-44A6-8A99-93D25AADA46F}" dt="2025-11-18T12:18:34.520" v="1552" actId="1076"/>
          <ac:spMkLst>
            <pc:docMk/>
            <pc:sldMk cId="458723229" sldId="313"/>
            <ac:spMk id="4" creationId="{8F199C36-5160-417B-038E-90E9DC20F4ED}"/>
          </ac:spMkLst>
        </pc:spChg>
        <pc:picChg chg="del">
          <ac:chgData name="Kefan Chen" userId="efc0740212d19fd3" providerId="LiveId" clId="{47E42183-BAF3-44A6-8A99-93D25AADA46F}" dt="2025-11-18T12:18:36.132" v="1553" actId="478"/>
          <ac:picMkLst>
            <pc:docMk/>
            <pc:sldMk cId="458723229" sldId="313"/>
            <ac:picMk id="5" creationId="{1E99F6F0-6F8B-6E09-9B4A-4E18C196B7D2}"/>
          </ac:picMkLst>
        </pc:picChg>
        <pc:picChg chg="del">
          <ac:chgData name="Kefan Chen" userId="efc0740212d19fd3" providerId="LiveId" clId="{47E42183-BAF3-44A6-8A99-93D25AADA46F}" dt="2025-11-18T12:18:32.153" v="1549" actId="478"/>
          <ac:picMkLst>
            <pc:docMk/>
            <pc:sldMk cId="458723229" sldId="313"/>
            <ac:picMk id="6" creationId="{6C84C8BD-E268-5EFB-3B5A-DE145863D04D}"/>
          </ac:picMkLst>
        </pc:picChg>
        <pc:picChg chg="del">
          <ac:chgData name="Kefan Chen" userId="efc0740212d19fd3" providerId="LiveId" clId="{47E42183-BAF3-44A6-8A99-93D25AADA46F}" dt="2025-11-18T12:18:36.132" v="1553" actId="478"/>
          <ac:picMkLst>
            <pc:docMk/>
            <pc:sldMk cId="458723229" sldId="313"/>
            <ac:picMk id="7" creationId="{51251E9B-069C-7CB8-A107-ABF59AEF2196}"/>
          </ac:picMkLst>
        </pc:picChg>
        <pc:picChg chg="del">
          <ac:chgData name="Kefan Chen" userId="efc0740212d19fd3" providerId="LiveId" clId="{47E42183-BAF3-44A6-8A99-93D25AADA46F}" dt="2025-11-18T12:18:36.132" v="1553" actId="478"/>
          <ac:picMkLst>
            <pc:docMk/>
            <pc:sldMk cId="458723229" sldId="313"/>
            <ac:picMk id="8" creationId="{C70C592A-E28C-B842-231A-6CB98B2F5809}"/>
          </ac:picMkLst>
        </pc:picChg>
        <pc:picChg chg="add mod">
          <ac:chgData name="Kefan Chen" userId="efc0740212d19fd3" providerId="LiveId" clId="{47E42183-BAF3-44A6-8A99-93D25AADA46F}" dt="2025-11-18T12:18:42.866" v="1557" actId="1037"/>
          <ac:picMkLst>
            <pc:docMk/>
            <pc:sldMk cId="458723229" sldId="313"/>
            <ac:picMk id="9" creationId="{CDD8121E-2F79-B6DF-7604-273A3D94F19E}"/>
          </ac:picMkLst>
        </pc:picChg>
      </pc:sldChg>
    </pc:docChg>
  </pc:docChgLst>
  <pc:docChgLst>
    <pc:chgData name="来宾用户" providerId="Windows Live" clId="Web-{F0953773-A682-A885-BD54-EE6723A88272}"/>
    <pc:docChg chg="addSld delSld modSld sldOrd">
      <pc:chgData name="来宾用户" userId="" providerId="Windows Live" clId="Web-{F0953773-A682-A885-BD54-EE6723A88272}" dt="2025-11-19T02:24:37.615" v="330" actId="20577"/>
      <pc:docMkLst>
        <pc:docMk/>
      </pc:docMkLst>
      <pc:sldChg chg="addSp delSp modSp">
        <pc:chgData name="来宾用户" userId="" providerId="Windows Live" clId="Web-{F0953773-A682-A885-BD54-EE6723A88272}" dt="2025-11-19T02:24:37.615" v="330" actId="20577"/>
        <pc:sldMkLst>
          <pc:docMk/>
          <pc:sldMk cId="3338006714" sldId="308"/>
        </pc:sldMkLst>
        <pc:spChg chg="add mod">
          <ac:chgData name="来宾用户" userId="" providerId="Windows Live" clId="Web-{F0953773-A682-A885-BD54-EE6723A88272}" dt="2025-11-18T15:37:04.384" v="7" actId="14100"/>
          <ac:spMkLst>
            <pc:docMk/>
            <pc:sldMk cId="3338006714" sldId="308"/>
            <ac:spMk id="2" creationId="{FA940CC6-96EB-0614-6B14-5C96381CB771}"/>
          </ac:spMkLst>
        </pc:spChg>
        <pc:spChg chg="mod">
          <ac:chgData name="来宾用户" userId="" providerId="Windows Live" clId="Web-{F0953773-A682-A885-BD54-EE6723A88272}" dt="2025-11-18T15:36:42.852" v="0" actId="1076"/>
          <ac:spMkLst>
            <pc:docMk/>
            <pc:sldMk cId="3338006714" sldId="308"/>
            <ac:spMk id="6" creationId="{0F6E4F1D-308A-C507-1906-9E5775491A43}"/>
          </ac:spMkLst>
        </pc:spChg>
        <pc:spChg chg="add mod">
          <ac:chgData name="来宾用户" userId="" providerId="Windows Live" clId="Web-{F0953773-A682-A885-BD54-EE6723A88272}" dt="2025-11-18T15:37:14.556" v="11" actId="14100"/>
          <ac:spMkLst>
            <pc:docMk/>
            <pc:sldMk cId="3338006714" sldId="308"/>
            <ac:spMk id="8" creationId="{55541DB7-C578-5F57-3B72-A2569337067A}"/>
          </ac:spMkLst>
        </pc:spChg>
        <pc:spChg chg="add mod">
          <ac:chgData name="来宾用户" userId="" providerId="Windows Live" clId="Web-{F0953773-A682-A885-BD54-EE6723A88272}" dt="2025-11-19T02:24:37.615" v="330" actId="20577"/>
          <ac:spMkLst>
            <pc:docMk/>
            <pc:sldMk cId="3338006714" sldId="308"/>
            <ac:spMk id="11" creationId="{3D1589CE-8D3D-ACE5-3C1F-B8BAEC9C5126}"/>
          </ac:spMkLst>
        </pc:spChg>
        <pc:picChg chg="mod">
          <ac:chgData name="来宾用户" userId="" providerId="Windows Live" clId="Web-{F0953773-A682-A885-BD54-EE6723A88272}" dt="2025-11-18T15:36:46.117" v="2" actId="1076"/>
          <ac:picMkLst>
            <pc:docMk/>
            <pc:sldMk cId="3338006714" sldId="308"/>
            <ac:picMk id="7" creationId="{579F57D9-1A90-19AC-8D2B-18D0A79FFA2D}"/>
          </ac:picMkLst>
        </pc:picChg>
        <pc:cxnChg chg="del">
          <ac:chgData name="来宾用户" userId="" providerId="Windows Live" clId="Web-{F0953773-A682-A885-BD54-EE6723A88272}" dt="2025-11-18T15:36:52.086" v="3"/>
          <ac:cxnSpMkLst>
            <pc:docMk/>
            <pc:sldMk cId="3338006714" sldId="308"/>
            <ac:cxnSpMk id="9" creationId="{BA5B0908-0154-DF7D-154D-C0F84787FB71}"/>
          </ac:cxnSpMkLst>
        </pc:cxnChg>
        <pc:cxnChg chg="del">
          <ac:chgData name="来宾用户" userId="" providerId="Windows Live" clId="Web-{F0953773-A682-A885-BD54-EE6723A88272}" dt="2025-11-18T15:37:06.602" v="8"/>
          <ac:cxnSpMkLst>
            <pc:docMk/>
            <pc:sldMk cId="3338006714" sldId="308"/>
            <ac:cxnSpMk id="12" creationId="{41D732FE-8DF0-0908-0BD9-F97AF1103CD6}"/>
          </ac:cxnSpMkLst>
        </pc:cxnChg>
      </pc:sldChg>
      <pc:sldChg chg="addSp delSp modSp">
        <pc:chgData name="来宾用户" userId="" providerId="Windows Live" clId="Web-{F0953773-A682-A885-BD54-EE6723A88272}" dt="2025-11-18T15:44:35.643" v="131" actId="1076"/>
        <pc:sldMkLst>
          <pc:docMk/>
          <pc:sldMk cId="3826484136" sldId="310"/>
        </pc:sldMkLst>
        <pc:picChg chg="del">
          <ac:chgData name="来宾用户" userId="" providerId="Windows Live" clId="Web-{F0953773-A682-A885-BD54-EE6723A88272}" dt="2025-11-18T15:44:24.252" v="126"/>
          <ac:picMkLst>
            <pc:docMk/>
            <pc:sldMk cId="3826484136" sldId="310"/>
            <ac:picMk id="2" creationId="{160A2795-181E-95E4-71D5-0F8093284B5E}"/>
          </ac:picMkLst>
        </pc:picChg>
        <pc:picChg chg="add mod">
          <ac:chgData name="来宾用户" userId="" providerId="Windows Live" clId="Web-{F0953773-A682-A885-BD54-EE6723A88272}" dt="2025-11-18T15:44:35.643" v="131" actId="1076"/>
          <ac:picMkLst>
            <pc:docMk/>
            <pc:sldMk cId="3826484136" sldId="310"/>
            <ac:picMk id="7" creationId="{79AC7A8D-7BC9-6E86-A509-574416097884}"/>
          </ac:picMkLst>
        </pc:picChg>
      </pc:sldChg>
      <pc:sldChg chg="addSp delSp modSp">
        <pc:chgData name="来宾用户" userId="" providerId="Windows Live" clId="Web-{F0953773-A682-A885-BD54-EE6723A88272}" dt="2025-11-18T16:22:05.606" v="293" actId="1076"/>
        <pc:sldMkLst>
          <pc:docMk/>
          <pc:sldMk cId="1995288309" sldId="312"/>
        </pc:sldMkLst>
        <pc:spChg chg="add del mod">
          <ac:chgData name="来宾用户" userId="" providerId="Windows Live" clId="Web-{F0953773-A682-A885-BD54-EE6723A88272}" dt="2025-11-18T16:21:50.700" v="287"/>
          <ac:spMkLst>
            <pc:docMk/>
            <pc:sldMk cId="1995288309" sldId="312"/>
            <ac:spMk id="5" creationId="{2B917995-8D20-65E3-8ECE-759E490CA6EC}"/>
          </ac:spMkLst>
        </pc:spChg>
        <pc:spChg chg="mod">
          <ac:chgData name="来宾用户" userId="" providerId="Windows Live" clId="Web-{F0953773-A682-A885-BD54-EE6723A88272}" dt="2025-11-18T16:22:05.606" v="293" actId="1076"/>
          <ac:spMkLst>
            <pc:docMk/>
            <pc:sldMk cId="1995288309" sldId="312"/>
            <ac:spMk id="26" creationId="{7099D23B-A525-CAB4-F3D7-B3A053339585}"/>
          </ac:spMkLst>
        </pc:spChg>
        <pc:spChg chg="mod">
          <ac:chgData name="来宾用户" userId="" providerId="Windows Live" clId="Web-{F0953773-A682-A885-BD54-EE6723A88272}" dt="2025-11-18T16:22:00.543" v="290" actId="1076"/>
          <ac:spMkLst>
            <pc:docMk/>
            <pc:sldMk cId="1995288309" sldId="312"/>
            <ac:spMk id="29" creationId="{7F6FD32D-E83A-256D-20BC-758AA3958D3E}"/>
          </ac:spMkLst>
        </pc:spChg>
      </pc:sldChg>
      <pc:sldChg chg="addSp delSp modSp del">
        <pc:chgData name="来宾用户" userId="" providerId="Windows Live" clId="Web-{F0953773-A682-A885-BD54-EE6723A88272}" dt="2025-11-18T16:02:20.498" v="151"/>
        <pc:sldMkLst>
          <pc:docMk/>
          <pc:sldMk cId="3159225033" sldId="314"/>
        </pc:sldMkLst>
        <pc:picChg chg="add mod">
          <ac:chgData name="来宾用户" userId="" providerId="Windows Live" clId="Web-{F0953773-A682-A885-BD54-EE6723A88272}" dt="2025-11-18T15:53:48.495" v="135" actId="1076"/>
          <ac:picMkLst>
            <pc:docMk/>
            <pc:sldMk cId="3159225033" sldId="314"/>
            <ac:picMk id="2" creationId="{43D102B7-BB4F-7A0B-A03A-E7D41F7CF0BC}"/>
          </ac:picMkLst>
        </pc:picChg>
        <pc:picChg chg="add mod">
          <ac:chgData name="来宾用户" userId="" providerId="Windows Live" clId="Web-{F0953773-A682-A885-BD54-EE6723A88272}" dt="2025-11-18T15:57:30.560" v="138" actId="14100"/>
          <ac:picMkLst>
            <pc:docMk/>
            <pc:sldMk cId="3159225033" sldId="314"/>
            <ac:picMk id="3" creationId="{C4E21848-2918-B6B9-322D-DC7B20834949}"/>
          </ac:picMkLst>
        </pc:picChg>
        <pc:picChg chg="add del mod modCrop">
          <ac:chgData name="来宾用户" userId="" providerId="Windows Live" clId="Web-{F0953773-A682-A885-BD54-EE6723A88272}" dt="2025-11-18T16:00:47.107" v="145"/>
          <ac:picMkLst>
            <pc:docMk/>
            <pc:sldMk cId="3159225033" sldId="314"/>
            <ac:picMk id="4" creationId="{21219795-A6E0-F2B3-F88A-6E2ADD6E453B}"/>
          </ac:picMkLst>
        </pc:picChg>
        <pc:picChg chg="add mod">
          <ac:chgData name="来宾用户" userId="" providerId="Windows Live" clId="Web-{F0953773-A682-A885-BD54-EE6723A88272}" dt="2025-11-18T16:01:34.732" v="150" actId="1076"/>
          <ac:picMkLst>
            <pc:docMk/>
            <pc:sldMk cId="3159225033" sldId="314"/>
            <ac:picMk id="6" creationId="{934EA83F-1310-C6E5-A976-385004F2AAB3}"/>
          </ac:picMkLst>
        </pc:picChg>
      </pc:sldChg>
      <pc:sldChg chg="addSp delSp modSp add del ord replId">
        <pc:chgData name="来宾用户" userId="" providerId="Windows Live" clId="Web-{F0953773-A682-A885-BD54-EE6723A88272}" dt="2025-11-18T16:18:52.995" v="284" actId="20577"/>
        <pc:sldMkLst>
          <pc:docMk/>
          <pc:sldMk cId="3608542772" sldId="314"/>
        </pc:sldMkLst>
        <pc:spChg chg="del">
          <ac:chgData name="来宾用户" userId="" providerId="Windows Live" clId="Web-{F0953773-A682-A885-BD54-EE6723A88272}" dt="2025-11-18T16:15:46.572" v="157"/>
          <ac:spMkLst>
            <pc:docMk/>
            <pc:sldMk cId="3608542772" sldId="314"/>
            <ac:spMk id="2" creationId="{886D94ED-E7FD-B69C-0A64-1C1E9C44D52F}"/>
          </ac:spMkLst>
        </pc:spChg>
        <pc:spChg chg="del">
          <ac:chgData name="来宾用户" userId="" providerId="Windows Live" clId="Web-{F0953773-A682-A885-BD54-EE6723A88272}" dt="2025-11-18T16:15:48.103" v="158"/>
          <ac:spMkLst>
            <pc:docMk/>
            <pc:sldMk cId="3608542772" sldId="314"/>
            <ac:spMk id="4" creationId="{7698519D-E56D-5B83-477C-3B4BC9015C0C}"/>
          </ac:spMkLst>
        </pc:spChg>
        <pc:spChg chg="del">
          <ac:chgData name="来宾用户" userId="" providerId="Windows Live" clId="Web-{F0953773-A682-A885-BD54-EE6723A88272}" dt="2025-11-18T16:16:08.025" v="164"/>
          <ac:spMkLst>
            <pc:docMk/>
            <pc:sldMk cId="3608542772" sldId="314"/>
            <ac:spMk id="6" creationId="{A15099B7-0017-46A7-8F59-248CA040895D}"/>
          </ac:spMkLst>
        </pc:spChg>
        <pc:spChg chg="del">
          <ac:chgData name="来宾用户" userId="" providerId="Windows Live" clId="Web-{F0953773-A682-A885-BD54-EE6723A88272}" dt="2025-11-18T16:15:50.197" v="159"/>
          <ac:spMkLst>
            <pc:docMk/>
            <pc:sldMk cId="3608542772" sldId="314"/>
            <ac:spMk id="8" creationId="{4DF80C66-851A-D747-6E42-6378F072F471}"/>
          </ac:spMkLst>
        </pc:spChg>
        <pc:spChg chg="mod">
          <ac:chgData name="来宾用户" userId="" providerId="Windows Live" clId="Web-{F0953773-A682-A885-BD54-EE6723A88272}" dt="2025-11-18T16:18:52.995" v="284" actId="20577"/>
          <ac:spMkLst>
            <pc:docMk/>
            <pc:sldMk cId="3608542772" sldId="314"/>
            <ac:spMk id="11" creationId="{DB6A1212-B4E6-2945-57DB-03B5AF81347F}"/>
          </ac:spMkLst>
        </pc:spChg>
        <pc:picChg chg="del">
          <ac:chgData name="来宾用户" userId="" providerId="Windows Live" clId="Web-{F0953773-A682-A885-BD54-EE6723A88272}" dt="2025-11-18T16:15:45.275" v="155"/>
          <ac:picMkLst>
            <pc:docMk/>
            <pc:sldMk cId="3608542772" sldId="314"/>
            <ac:picMk id="3" creationId="{BFAA3582-3EB6-7B4A-163F-32616776D9BC}"/>
          </ac:picMkLst>
        </pc:picChg>
        <pc:picChg chg="del">
          <ac:chgData name="来宾用户" userId="" providerId="Windows Live" clId="Web-{F0953773-A682-A885-BD54-EE6723A88272}" dt="2025-11-18T16:15:46.087" v="156"/>
          <ac:picMkLst>
            <pc:docMk/>
            <pc:sldMk cId="3608542772" sldId="314"/>
            <ac:picMk id="7" creationId="{A1AD1096-1954-6AD9-0257-B4E5F49D4FE3}"/>
          </ac:picMkLst>
        </pc:picChg>
        <pc:picChg chg="add mod modCrop">
          <ac:chgData name="来宾用户" userId="" providerId="Windows Live" clId="Web-{F0953773-A682-A885-BD54-EE6723A88272}" dt="2025-11-18T16:16:30.635" v="172"/>
          <ac:picMkLst>
            <pc:docMk/>
            <pc:sldMk cId="3608542772" sldId="314"/>
            <ac:picMk id="9" creationId="{A3F3BF29-3C55-B22B-0E32-06059D7FBB15}"/>
          </ac:picMkLst>
        </pc:picChg>
      </pc:sldChg>
    </pc:docChg>
  </pc:docChgLst>
  <pc:docChgLst>
    <pc:chgData name="来宾用户" providerId="Windows Live" clId="Web-{025288F2-554B-322B-0C7C-44E416904A45}"/>
    <pc:docChg chg="addSld modSld">
      <pc:chgData name="来宾用户" userId="" providerId="Windows Live" clId="Web-{025288F2-554B-322B-0C7C-44E416904A45}" dt="2025-11-18T14:55:14.773" v="941" actId="14100"/>
      <pc:docMkLst>
        <pc:docMk/>
      </pc:docMkLst>
      <pc:sldChg chg="modSp">
        <pc:chgData name="来宾用户" userId="" providerId="Windows Live" clId="Web-{025288F2-554B-322B-0C7C-44E416904A45}" dt="2025-11-18T10:19:05.322" v="57" actId="1076"/>
        <pc:sldMkLst>
          <pc:docMk/>
          <pc:sldMk cId="3556006600" sldId="296"/>
        </pc:sldMkLst>
        <pc:picChg chg="mod">
          <ac:chgData name="来宾用户" userId="" providerId="Windows Live" clId="Web-{025288F2-554B-322B-0C7C-44E416904A45}" dt="2025-11-18T10:19:05.322" v="57" actId="1076"/>
          <ac:picMkLst>
            <pc:docMk/>
            <pc:sldMk cId="3556006600" sldId="296"/>
            <ac:picMk id="13" creationId="{A898D07E-B856-8AFB-DFE4-7DE0C84D58DF}"/>
          </ac:picMkLst>
        </pc:picChg>
      </pc:sldChg>
      <pc:sldChg chg="addSp delSp modSp">
        <pc:chgData name="来宾用户" userId="" providerId="Windows Live" clId="Web-{025288F2-554B-322B-0C7C-44E416904A45}" dt="2025-11-18T11:54:46.894" v="854"/>
        <pc:sldMkLst>
          <pc:docMk/>
          <pc:sldMk cId="1341453610" sldId="298"/>
        </pc:sldMkLst>
        <pc:spChg chg="mod ord">
          <ac:chgData name="来宾用户" userId="" providerId="Windows Live" clId="Web-{025288F2-554B-322B-0C7C-44E416904A45}" dt="2025-11-18T11:04:12.566" v="251" actId="14100"/>
          <ac:spMkLst>
            <pc:docMk/>
            <pc:sldMk cId="1341453610" sldId="298"/>
            <ac:spMk id="3" creationId="{A89241CD-02B0-B35C-064D-BF12C78E0B10}"/>
          </ac:spMkLst>
        </pc:spChg>
        <pc:spChg chg="mod">
          <ac:chgData name="来宾用户" userId="" providerId="Windows Live" clId="Web-{025288F2-554B-322B-0C7C-44E416904A45}" dt="2025-11-18T10:17:06.742" v="11" actId="20577"/>
          <ac:spMkLst>
            <pc:docMk/>
            <pc:sldMk cId="1341453610" sldId="298"/>
            <ac:spMk id="4" creationId="{A3847B3F-E11F-934A-C3FF-E2117CC856E9}"/>
          </ac:spMkLst>
        </pc:spChg>
        <pc:spChg chg="mod">
          <ac:chgData name="来宾用户" userId="" providerId="Windows Live" clId="Web-{025288F2-554B-322B-0C7C-44E416904A45}" dt="2025-11-18T10:16:51.367" v="1" actId="1076"/>
          <ac:spMkLst>
            <pc:docMk/>
            <pc:sldMk cId="1341453610" sldId="298"/>
            <ac:spMk id="5" creationId="{4898CEA4-CEB2-5D29-4B31-7A25C1220A64}"/>
          </ac:spMkLst>
        </pc:spChg>
        <pc:spChg chg="add mod">
          <ac:chgData name="来宾用户" userId="" providerId="Windows Live" clId="Web-{025288F2-554B-322B-0C7C-44E416904A45}" dt="2025-11-18T10:58:05.691" v="205" actId="14100"/>
          <ac:spMkLst>
            <pc:docMk/>
            <pc:sldMk cId="1341453610" sldId="298"/>
            <ac:spMk id="7" creationId="{1AFE8103-0FB5-F8A9-E9A2-FBF3BA330332}"/>
          </ac:spMkLst>
        </pc:spChg>
        <pc:spChg chg="add del mod">
          <ac:chgData name="来宾用户" userId="" providerId="Windows Live" clId="Web-{025288F2-554B-322B-0C7C-44E416904A45}" dt="2025-11-18T10:58:18.644" v="209" actId="1076"/>
          <ac:spMkLst>
            <pc:docMk/>
            <pc:sldMk cId="1341453610" sldId="298"/>
            <ac:spMk id="13" creationId="{6F57A13B-9314-747E-4E18-34FF34A92635}"/>
          </ac:spMkLst>
        </pc:spChg>
        <pc:grpChg chg="add mod">
          <ac:chgData name="来宾用户" userId="" providerId="Windows Live" clId="Web-{025288F2-554B-322B-0C7C-44E416904A45}" dt="2025-11-18T10:58:18.644" v="208" actId="1076"/>
          <ac:grpSpMkLst>
            <pc:docMk/>
            <pc:sldMk cId="1341453610" sldId="298"/>
            <ac:grpSpMk id="16" creationId="{14A02DBF-0E62-F0A8-E3E1-08C8E14A7CEC}"/>
          </ac:grpSpMkLst>
        </pc:grpChg>
        <pc:grpChg chg="add">
          <ac:chgData name="来宾用户" userId="" providerId="Windows Live" clId="Web-{025288F2-554B-322B-0C7C-44E416904A45}" dt="2025-11-18T11:54:46.894" v="854"/>
          <ac:grpSpMkLst>
            <pc:docMk/>
            <pc:sldMk cId="1341453610" sldId="298"/>
            <ac:grpSpMk id="22" creationId="{236B1B10-A49D-D394-7418-144EFB83F6D1}"/>
          </ac:grpSpMkLst>
        </pc:grpChg>
        <pc:picChg chg="add mod modCrop">
          <ac:chgData name="来宾用户" userId="" providerId="Windows Live" clId="Web-{025288F2-554B-322B-0C7C-44E416904A45}" dt="2025-11-18T10:27:56.447" v="79" actId="14100"/>
          <ac:picMkLst>
            <pc:docMk/>
            <pc:sldMk cId="1341453610" sldId="298"/>
            <ac:picMk id="2" creationId="{E2B2B382-A6C0-91D9-B91D-ADA4C14E3DC7}"/>
          </ac:picMkLst>
        </pc:picChg>
        <pc:picChg chg="add del mod modCrop">
          <ac:chgData name="来宾用户" userId="" providerId="Windows Live" clId="Web-{025288F2-554B-322B-0C7C-44E416904A45}" dt="2025-11-18T11:01:47.003" v="232"/>
          <ac:picMkLst>
            <pc:docMk/>
            <pc:sldMk cId="1341453610" sldId="298"/>
            <ac:picMk id="6" creationId="{A3532FD8-1AC0-1421-B0BE-8C17AECCE173}"/>
          </ac:picMkLst>
        </pc:picChg>
        <pc:picChg chg="add mod modCrop">
          <ac:chgData name="来宾用户" userId="" providerId="Windows Live" clId="Web-{025288F2-554B-322B-0C7C-44E416904A45}" dt="2025-11-18T10:29:47.574" v="99" actId="1076"/>
          <ac:picMkLst>
            <pc:docMk/>
            <pc:sldMk cId="1341453610" sldId="298"/>
            <ac:picMk id="10" creationId="{84104443-20C8-1014-093E-94C8A1927FCB}"/>
          </ac:picMkLst>
        </pc:picChg>
        <pc:picChg chg="add mod">
          <ac:chgData name="来宾用户" userId="" providerId="Windows Live" clId="Web-{025288F2-554B-322B-0C7C-44E416904A45}" dt="2025-11-18T10:29:47.589" v="100" actId="1076"/>
          <ac:picMkLst>
            <pc:docMk/>
            <pc:sldMk cId="1341453610" sldId="298"/>
            <ac:picMk id="11" creationId="{7A0107C0-5BBA-6C75-2133-2B58901A31A2}"/>
          </ac:picMkLst>
        </pc:picChg>
        <pc:picChg chg="add del mod">
          <ac:chgData name="来宾用户" userId="" providerId="Windows Live" clId="Web-{025288F2-554B-322B-0C7C-44E416904A45}" dt="2025-11-18T10:20:39.338" v="71"/>
          <ac:picMkLst>
            <pc:docMk/>
            <pc:sldMk cId="1341453610" sldId="298"/>
            <ac:picMk id="12" creationId="{00F7784C-58E2-D5E2-AA5E-F543B195FB0C}"/>
          </ac:picMkLst>
        </pc:picChg>
        <pc:picChg chg="add del mod">
          <ac:chgData name="来宾用户" userId="" providerId="Windows Live" clId="Web-{025288F2-554B-322B-0C7C-44E416904A45}" dt="2025-11-18T11:51:21.393" v="825"/>
          <ac:picMkLst>
            <pc:docMk/>
            <pc:sldMk cId="1341453610" sldId="298"/>
            <ac:picMk id="12" creationId="{ADFEB0EE-981D-F11D-6085-C8B80782EE7D}"/>
          </ac:picMkLst>
        </pc:picChg>
        <pc:picChg chg="add mod modCrop">
          <ac:chgData name="来宾用户" userId="" providerId="Windows Live" clId="Web-{025288F2-554B-322B-0C7C-44E416904A45}" dt="2025-11-18T10:28:31.104" v="87"/>
          <ac:picMkLst>
            <pc:docMk/>
            <pc:sldMk cId="1341453610" sldId="298"/>
            <ac:picMk id="14" creationId="{367BB58A-A10C-2961-02BA-31D14D79E9FB}"/>
          </ac:picMkLst>
        </pc:picChg>
        <pc:picChg chg="add mod modCrop">
          <ac:chgData name="来宾用户" userId="" providerId="Windows Live" clId="Web-{025288F2-554B-322B-0C7C-44E416904A45}" dt="2025-11-18T10:28:46.276" v="91" actId="1076"/>
          <ac:picMkLst>
            <pc:docMk/>
            <pc:sldMk cId="1341453610" sldId="298"/>
            <ac:picMk id="15" creationId="{CF189877-0DB7-9130-ABDB-24D548E09CBC}"/>
          </ac:picMkLst>
        </pc:picChg>
        <pc:picChg chg="add mod">
          <ac:chgData name="来宾用户" userId="" providerId="Windows Live" clId="Web-{025288F2-554B-322B-0C7C-44E416904A45}" dt="2025-11-18T11:52:59.581" v="836" actId="1076"/>
          <ac:picMkLst>
            <pc:docMk/>
            <pc:sldMk cId="1341453610" sldId="298"/>
            <ac:picMk id="19" creationId="{DB3B16D8-62C3-BA97-9DD6-ED254D9B1B6D}"/>
          </ac:picMkLst>
        </pc:picChg>
        <pc:picChg chg="add mod ord modCrop">
          <ac:chgData name="来宾用户" userId="" providerId="Windows Live" clId="Web-{025288F2-554B-322B-0C7C-44E416904A45}" dt="2025-11-18T11:53:27.675" v="845" actId="1076"/>
          <ac:picMkLst>
            <pc:docMk/>
            <pc:sldMk cId="1341453610" sldId="298"/>
            <ac:picMk id="20" creationId="{DEA48D15-9D54-4B79-EBB1-34ED9587EA29}"/>
          </ac:picMkLst>
        </pc:picChg>
        <pc:picChg chg="add mod">
          <ac:chgData name="来宾用户" userId="" providerId="Windows Live" clId="Web-{025288F2-554B-322B-0C7C-44E416904A45}" dt="2025-11-18T11:54:40.800" v="853" actId="1076"/>
          <ac:picMkLst>
            <pc:docMk/>
            <pc:sldMk cId="1341453610" sldId="298"/>
            <ac:picMk id="21" creationId="{CC04A944-D2C1-0128-7AA2-94F587C10496}"/>
          </ac:picMkLst>
        </pc:picChg>
        <pc:picChg chg="del">
          <ac:chgData name="来宾用户" userId="" providerId="Windows Live" clId="Web-{025288F2-554B-322B-0C7C-44E416904A45}" dt="2025-11-18T10:53:51.781" v="104"/>
          <ac:picMkLst>
            <pc:docMk/>
            <pc:sldMk cId="1341453610" sldId="298"/>
            <ac:picMk id="1026" creationId="{DEB6AA34-6C34-E2C8-D2FC-27F74BA8A44E}"/>
          </ac:picMkLst>
        </pc:picChg>
        <pc:cxnChg chg="add mod">
          <ac:chgData name="来宾用户" userId="" providerId="Windows Live" clId="Web-{025288F2-554B-322B-0C7C-44E416904A45}" dt="2025-11-18T11:02:45.894" v="244"/>
          <ac:cxnSpMkLst>
            <pc:docMk/>
            <pc:sldMk cId="1341453610" sldId="298"/>
            <ac:cxnSpMk id="17" creationId="{4B2B9DC4-D9E5-A92B-6E9E-1BCE23A59207}"/>
          </ac:cxnSpMkLst>
        </pc:cxnChg>
        <pc:cxnChg chg="add mod">
          <ac:chgData name="来宾用户" userId="" providerId="Windows Live" clId="Web-{025288F2-554B-322B-0C7C-44E416904A45}" dt="2025-11-18T11:03:16.816" v="248"/>
          <ac:cxnSpMkLst>
            <pc:docMk/>
            <pc:sldMk cId="1341453610" sldId="298"/>
            <ac:cxnSpMk id="18" creationId="{8CBD7509-775E-8A6B-ACDE-1A925C36A9AA}"/>
          </ac:cxnSpMkLst>
        </pc:cxnChg>
      </pc:sldChg>
      <pc:sldChg chg="modSp">
        <pc:chgData name="来宾用户" userId="" providerId="Windows Live" clId="Web-{025288F2-554B-322B-0C7C-44E416904A45}" dt="2025-11-18T13:36:17.190" v="867" actId="1076"/>
        <pc:sldMkLst>
          <pc:docMk/>
          <pc:sldMk cId="3826484136" sldId="310"/>
        </pc:sldMkLst>
        <pc:spChg chg="mod">
          <ac:chgData name="来宾用户" userId="" providerId="Windows Live" clId="Web-{025288F2-554B-322B-0C7C-44E416904A45}" dt="2025-11-18T13:36:17.190" v="867" actId="1076"/>
          <ac:spMkLst>
            <pc:docMk/>
            <pc:sldMk cId="3826484136" sldId="310"/>
            <ac:spMk id="8" creationId="{5EBF9CE0-6C37-4D28-E814-FCF8C2F76E72}"/>
          </ac:spMkLst>
        </pc:spChg>
      </pc:sldChg>
      <pc:sldChg chg="addSp delSp modSp add replId">
        <pc:chgData name="来宾用户" userId="" providerId="Windows Live" clId="Web-{025288F2-554B-322B-0C7C-44E416904A45}" dt="2025-11-18T13:35:12.669" v="866" actId="1076"/>
        <pc:sldMkLst>
          <pc:docMk/>
          <pc:sldMk cId="3994116165" sldId="311"/>
        </pc:sldMkLst>
        <pc:spChg chg="mod">
          <ac:chgData name="来宾用户" userId="" providerId="Windows Live" clId="Web-{025288F2-554B-322B-0C7C-44E416904A45}" dt="2025-11-18T11:12:51.396" v="420" actId="1076"/>
          <ac:spMkLst>
            <pc:docMk/>
            <pc:sldMk cId="3994116165" sldId="311"/>
            <ac:spMk id="3" creationId="{51C37D4E-E2FB-BB7E-D896-B5D9DC6B48EC}"/>
          </ac:spMkLst>
        </pc:spChg>
        <pc:spChg chg="del mod">
          <ac:chgData name="来宾用户" userId="" providerId="Windows Live" clId="Web-{025288F2-554B-322B-0C7C-44E416904A45}" dt="2025-11-18T11:42:53.453" v="785"/>
          <ac:spMkLst>
            <pc:docMk/>
            <pc:sldMk cId="3994116165" sldId="311"/>
            <ac:spMk id="5" creationId="{2CD32771-9A49-77F5-59FC-EBCF5A011FBF}"/>
          </ac:spMkLst>
        </pc:spChg>
        <pc:spChg chg="add mod">
          <ac:chgData name="来宾用户" userId="" providerId="Windows Live" clId="Web-{025288F2-554B-322B-0C7C-44E416904A45}" dt="2025-11-18T11:08:07.301" v="302" actId="1076"/>
          <ac:spMkLst>
            <pc:docMk/>
            <pc:sldMk cId="3994116165" sldId="311"/>
            <ac:spMk id="6" creationId="{FFB249F7-0773-63A2-CEA6-1E3195D5EB9B}"/>
          </ac:spMkLst>
        </pc:spChg>
        <pc:spChg chg="del">
          <ac:chgData name="来宾用户" userId="" providerId="Windows Live" clId="Web-{025288F2-554B-322B-0C7C-44E416904A45}" dt="2025-11-18T11:05:17.535" v="261"/>
          <ac:spMkLst>
            <pc:docMk/>
            <pc:sldMk cId="3994116165" sldId="311"/>
            <ac:spMk id="7" creationId="{38ED72FC-5455-DA62-3004-E82AA7C4D861}"/>
          </ac:spMkLst>
        </pc:spChg>
        <pc:spChg chg="mod">
          <ac:chgData name="来宾用户" userId="" providerId="Windows Live" clId="Web-{025288F2-554B-322B-0C7C-44E416904A45}" dt="2025-11-18T11:37:10.905" v="683" actId="1076"/>
          <ac:spMkLst>
            <pc:docMk/>
            <pc:sldMk cId="3994116165" sldId="311"/>
            <ac:spMk id="13" creationId="{E704A6AF-2181-8BFD-3472-2B0186917024}"/>
          </ac:spMkLst>
        </pc:spChg>
        <pc:spChg chg="add mod">
          <ac:chgData name="来宾用户" userId="" providerId="Windows Live" clId="Web-{025288F2-554B-322B-0C7C-44E416904A45}" dt="2025-11-18T11:08:07.317" v="303" actId="1076"/>
          <ac:spMkLst>
            <pc:docMk/>
            <pc:sldMk cId="3994116165" sldId="311"/>
            <ac:spMk id="19" creationId="{8A0FD6EC-8902-AFA3-48BD-4663506FBCF7}"/>
          </ac:spMkLst>
        </pc:spChg>
        <pc:spChg chg="add mod">
          <ac:chgData name="来宾用户" userId="" providerId="Windows Live" clId="Web-{025288F2-554B-322B-0C7C-44E416904A45}" dt="2025-11-18T11:08:07.317" v="304" actId="1076"/>
          <ac:spMkLst>
            <pc:docMk/>
            <pc:sldMk cId="3994116165" sldId="311"/>
            <ac:spMk id="20" creationId="{0934F460-7211-AB78-A0F4-FF342653302D}"/>
          </ac:spMkLst>
        </pc:spChg>
        <pc:spChg chg="add mod">
          <ac:chgData name="来宾用户" userId="" providerId="Windows Live" clId="Web-{025288F2-554B-322B-0C7C-44E416904A45}" dt="2025-11-18T11:08:07.317" v="305" actId="1076"/>
          <ac:spMkLst>
            <pc:docMk/>
            <pc:sldMk cId="3994116165" sldId="311"/>
            <ac:spMk id="21" creationId="{8BCA18DF-5EBC-EF84-4768-56B0C624EE8D}"/>
          </ac:spMkLst>
        </pc:spChg>
        <pc:spChg chg="add mod">
          <ac:chgData name="来宾用户" userId="" providerId="Windows Live" clId="Web-{025288F2-554B-322B-0C7C-44E416904A45}" dt="2025-11-18T11:08:07.333" v="306" actId="1076"/>
          <ac:spMkLst>
            <pc:docMk/>
            <pc:sldMk cId="3994116165" sldId="311"/>
            <ac:spMk id="22" creationId="{B970CB41-A450-1D51-2F77-0DB8BA5287ED}"/>
          </ac:spMkLst>
        </pc:spChg>
        <pc:spChg chg="mod topLvl">
          <ac:chgData name="来宾用户" userId="" providerId="Windows Live" clId="Web-{025288F2-554B-322B-0C7C-44E416904A45}" dt="2025-11-18T11:10:48.443" v="336" actId="1076"/>
          <ac:spMkLst>
            <pc:docMk/>
            <pc:sldMk cId="3994116165" sldId="311"/>
            <ac:spMk id="31" creationId="{FB15D80B-C046-06F0-4657-BA548F955595}"/>
          </ac:spMkLst>
        </pc:spChg>
        <pc:spChg chg="mod topLvl">
          <ac:chgData name="来宾用户" userId="" providerId="Windows Live" clId="Web-{025288F2-554B-322B-0C7C-44E416904A45}" dt="2025-11-18T11:10:48.443" v="337" actId="1076"/>
          <ac:spMkLst>
            <pc:docMk/>
            <pc:sldMk cId="3994116165" sldId="311"/>
            <ac:spMk id="32" creationId="{4948D6E5-F35A-374D-9B26-1EF5D702F63B}"/>
          </ac:spMkLst>
        </pc:spChg>
        <pc:spChg chg="mod topLvl">
          <ac:chgData name="来宾用户" userId="" providerId="Windows Live" clId="Web-{025288F2-554B-322B-0C7C-44E416904A45}" dt="2025-11-18T11:10:48.443" v="338" actId="1076"/>
          <ac:spMkLst>
            <pc:docMk/>
            <pc:sldMk cId="3994116165" sldId="311"/>
            <ac:spMk id="33" creationId="{0B5A2DA4-5EF1-EFD3-9E0D-6AAE579E9EB2}"/>
          </ac:spMkLst>
        </pc:spChg>
        <pc:spChg chg="mod topLvl">
          <ac:chgData name="来宾用户" userId="" providerId="Windows Live" clId="Web-{025288F2-554B-322B-0C7C-44E416904A45}" dt="2025-11-18T11:10:48.458" v="339" actId="1076"/>
          <ac:spMkLst>
            <pc:docMk/>
            <pc:sldMk cId="3994116165" sldId="311"/>
            <ac:spMk id="34" creationId="{C9EAB03A-E398-AB2E-86A1-B742ABC553ED}"/>
          </ac:spMkLst>
        </pc:spChg>
        <pc:spChg chg="mod topLvl">
          <ac:chgData name="来宾用户" userId="" providerId="Windows Live" clId="Web-{025288F2-554B-322B-0C7C-44E416904A45}" dt="2025-11-18T11:10:48.458" v="340" actId="1076"/>
          <ac:spMkLst>
            <pc:docMk/>
            <pc:sldMk cId="3994116165" sldId="311"/>
            <ac:spMk id="35" creationId="{689B3437-B409-3858-E21A-AE1358A0ABAD}"/>
          </ac:spMkLst>
        </pc:spChg>
        <pc:spChg chg="add del mod">
          <ac:chgData name="来宾用户" userId="" providerId="Windows Live" clId="Web-{025288F2-554B-322B-0C7C-44E416904A45}" dt="2025-11-18T11:32:19.716" v="582"/>
          <ac:spMkLst>
            <pc:docMk/>
            <pc:sldMk cId="3994116165" sldId="311"/>
            <ac:spMk id="49" creationId="{83262430-F595-E43B-55FB-3E3A43E89CA4}"/>
          </ac:spMkLst>
        </pc:spChg>
        <pc:spChg chg="add del mod">
          <ac:chgData name="来宾用户" userId="" providerId="Windows Live" clId="Web-{025288F2-554B-322B-0C7C-44E416904A45}" dt="2025-11-18T11:32:21.106" v="583"/>
          <ac:spMkLst>
            <pc:docMk/>
            <pc:sldMk cId="3994116165" sldId="311"/>
            <ac:spMk id="50" creationId="{6B6C2FFF-E38E-2F2D-F508-F7CFC9F991CD}"/>
          </ac:spMkLst>
        </pc:spChg>
        <pc:spChg chg="mod topLvl">
          <ac:chgData name="来宾用户" userId="" providerId="Windows Live" clId="Web-{025288F2-554B-322B-0C7C-44E416904A45}" dt="2025-11-18T11:12:55.443" v="440" actId="1076"/>
          <ac:spMkLst>
            <pc:docMk/>
            <pc:sldMk cId="3994116165" sldId="311"/>
            <ac:spMk id="58" creationId="{5C2A4512-B99C-051F-AC73-968373BE688B}"/>
          </ac:spMkLst>
        </pc:spChg>
        <pc:spChg chg="mod topLvl">
          <ac:chgData name="来宾用户" userId="" providerId="Windows Live" clId="Web-{025288F2-554B-322B-0C7C-44E416904A45}" dt="2025-11-18T11:12:55.443" v="439" actId="1076"/>
          <ac:spMkLst>
            <pc:docMk/>
            <pc:sldMk cId="3994116165" sldId="311"/>
            <ac:spMk id="59" creationId="{3E34DBC9-51B0-18EA-BD77-C4E0505C6987}"/>
          </ac:spMkLst>
        </pc:spChg>
        <pc:spChg chg="mod topLvl">
          <ac:chgData name="来宾用户" userId="" providerId="Windows Live" clId="Web-{025288F2-554B-322B-0C7C-44E416904A45}" dt="2025-11-18T11:12:55.443" v="438" actId="1076"/>
          <ac:spMkLst>
            <pc:docMk/>
            <pc:sldMk cId="3994116165" sldId="311"/>
            <ac:spMk id="60" creationId="{7DCDEB79-31D1-0BE8-E963-1A8C6C4532B9}"/>
          </ac:spMkLst>
        </pc:spChg>
        <pc:spChg chg="mod topLvl">
          <ac:chgData name="来宾用户" userId="" providerId="Windows Live" clId="Web-{025288F2-554B-322B-0C7C-44E416904A45}" dt="2025-11-18T11:12:55.443" v="437" actId="1076"/>
          <ac:spMkLst>
            <pc:docMk/>
            <pc:sldMk cId="3994116165" sldId="311"/>
            <ac:spMk id="61" creationId="{02110A55-4EA3-29ED-E924-B7201C317781}"/>
          </ac:spMkLst>
        </pc:spChg>
        <pc:spChg chg="mod topLvl">
          <ac:chgData name="来宾用户" userId="" providerId="Windows Live" clId="Web-{025288F2-554B-322B-0C7C-44E416904A45}" dt="2025-11-18T11:12:55.443" v="436" actId="1076"/>
          <ac:spMkLst>
            <pc:docMk/>
            <pc:sldMk cId="3994116165" sldId="311"/>
            <ac:spMk id="62" creationId="{E0BC4AD6-F787-2D4E-B9A6-CF32D2EC7C4E}"/>
          </ac:spMkLst>
        </pc:spChg>
        <pc:spChg chg="add mod">
          <ac:chgData name="来宾用户" userId="" providerId="Windows Live" clId="Web-{025288F2-554B-322B-0C7C-44E416904A45}" dt="2025-11-18T11:12:55.443" v="435" actId="1076"/>
          <ac:spMkLst>
            <pc:docMk/>
            <pc:sldMk cId="3994116165" sldId="311"/>
            <ac:spMk id="63" creationId="{F141F5B7-7EF7-658D-50F8-6E2703F5BEC2}"/>
          </ac:spMkLst>
        </pc:spChg>
        <pc:spChg chg="add mod">
          <ac:chgData name="来宾用户" userId="" providerId="Windows Live" clId="Web-{025288F2-554B-322B-0C7C-44E416904A45}" dt="2025-11-18T11:12:55.443" v="434" actId="1076"/>
          <ac:spMkLst>
            <pc:docMk/>
            <pc:sldMk cId="3994116165" sldId="311"/>
            <ac:spMk id="64" creationId="{F219470A-B0BA-421E-5CC3-770BAC44BFCE}"/>
          </ac:spMkLst>
        </pc:spChg>
        <pc:spChg chg="add mod">
          <ac:chgData name="来宾用户" userId="" providerId="Windows Live" clId="Web-{025288F2-554B-322B-0C7C-44E416904A45}" dt="2025-11-18T11:12:55.443" v="433" actId="1076"/>
          <ac:spMkLst>
            <pc:docMk/>
            <pc:sldMk cId="3994116165" sldId="311"/>
            <ac:spMk id="65" creationId="{AC14C0C8-FB64-430A-E444-DCD6086E310C}"/>
          </ac:spMkLst>
        </pc:spChg>
        <pc:spChg chg="add mod">
          <ac:chgData name="来宾用户" userId="" providerId="Windows Live" clId="Web-{025288F2-554B-322B-0C7C-44E416904A45}" dt="2025-11-18T11:12:55.443" v="432" actId="1076"/>
          <ac:spMkLst>
            <pc:docMk/>
            <pc:sldMk cId="3994116165" sldId="311"/>
            <ac:spMk id="66" creationId="{5A4B8194-AF0E-CB6B-3EFF-011340E83E09}"/>
          </ac:spMkLst>
        </pc:spChg>
        <pc:spChg chg="add mod">
          <ac:chgData name="来宾用户" userId="" providerId="Windows Live" clId="Web-{025288F2-554B-322B-0C7C-44E416904A45}" dt="2025-11-18T11:12:55.443" v="431" actId="1076"/>
          <ac:spMkLst>
            <pc:docMk/>
            <pc:sldMk cId="3994116165" sldId="311"/>
            <ac:spMk id="67" creationId="{51D29895-A610-5158-2688-615E2EB89C13}"/>
          </ac:spMkLst>
        </pc:spChg>
        <pc:spChg chg="add del">
          <ac:chgData name="来宾用户" userId="" providerId="Windows Live" clId="Web-{025288F2-554B-322B-0C7C-44E416904A45}" dt="2025-11-18T11:14:13.443" v="458"/>
          <ac:spMkLst>
            <pc:docMk/>
            <pc:sldMk cId="3994116165" sldId="311"/>
            <ac:spMk id="69" creationId="{5C2A4512-B99C-051F-AC73-968373BE688B}"/>
          </ac:spMkLst>
        </pc:spChg>
        <pc:spChg chg="add del">
          <ac:chgData name="来宾用户" userId="" providerId="Windows Live" clId="Web-{025288F2-554B-322B-0C7C-44E416904A45}" dt="2025-11-18T11:14:13.443" v="458"/>
          <ac:spMkLst>
            <pc:docMk/>
            <pc:sldMk cId="3994116165" sldId="311"/>
            <ac:spMk id="70" creationId="{3E34DBC9-51B0-18EA-BD77-C4E0505C6987}"/>
          </ac:spMkLst>
        </pc:spChg>
        <pc:spChg chg="add del">
          <ac:chgData name="来宾用户" userId="" providerId="Windows Live" clId="Web-{025288F2-554B-322B-0C7C-44E416904A45}" dt="2025-11-18T11:14:13.443" v="458"/>
          <ac:spMkLst>
            <pc:docMk/>
            <pc:sldMk cId="3994116165" sldId="311"/>
            <ac:spMk id="71" creationId="{7DCDEB79-31D1-0BE8-E963-1A8C6C4532B9}"/>
          </ac:spMkLst>
        </pc:spChg>
        <pc:spChg chg="add del">
          <ac:chgData name="来宾用户" userId="" providerId="Windows Live" clId="Web-{025288F2-554B-322B-0C7C-44E416904A45}" dt="2025-11-18T11:14:13.443" v="458"/>
          <ac:spMkLst>
            <pc:docMk/>
            <pc:sldMk cId="3994116165" sldId="311"/>
            <ac:spMk id="72" creationId="{02110A55-4EA3-29ED-E924-B7201C317781}"/>
          </ac:spMkLst>
        </pc:spChg>
        <pc:spChg chg="add del">
          <ac:chgData name="来宾用户" userId="" providerId="Windows Live" clId="Web-{025288F2-554B-322B-0C7C-44E416904A45}" dt="2025-11-18T11:14:13.443" v="458"/>
          <ac:spMkLst>
            <pc:docMk/>
            <pc:sldMk cId="3994116165" sldId="311"/>
            <ac:spMk id="73" creationId="{E0BC4AD6-F787-2D4E-B9A6-CF32D2EC7C4E}"/>
          </ac:spMkLst>
        </pc:spChg>
        <pc:spChg chg="add mod">
          <ac:chgData name="来宾用户" userId="" providerId="Windows Live" clId="Web-{025288F2-554B-322B-0C7C-44E416904A45}" dt="2025-11-18T11:24:50.011" v="481" actId="20577"/>
          <ac:spMkLst>
            <pc:docMk/>
            <pc:sldMk cId="3994116165" sldId="311"/>
            <ac:spMk id="75" creationId="{DAB0FE9E-41D7-88AC-A8CE-2FB4BF18B312}"/>
          </ac:spMkLst>
        </pc:spChg>
        <pc:spChg chg="add mod">
          <ac:chgData name="来宾用户" userId="" providerId="Windows Live" clId="Web-{025288F2-554B-322B-0C7C-44E416904A45}" dt="2025-11-18T11:25:38.886" v="485" actId="1076"/>
          <ac:spMkLst>
            <pc:docMk/>
            <pc:sldMk cId="3994116165" sldId="311"/>
            <ac:spMk id="76" creationId="{EB54313E-FE2A-DE3B-75F0-74E2352B6BFA}"/>
          </ac:spMkLst>
        </pc:spChg>
        <pc:spChg chg="add mod">
          <ac:chgData name="来宾用户" userId="" providerId="Windows Live" clId="Web-{025288F2-554B-322B-0C7C-44E416904A45}" dt="2025-11-18T11:25:43.245" v="487" actId="1076"/>
          <ac:spMkLst>
            <pc:docMk/>
            <pc:sldMk cId="3994116165" sldId="311"/>
            <ac:spMk id="77" creationId="{6A502FA9-3C6C-F836-3112-E87532EFB391}"/>
          </ac:spMkLst>
        </pc:spChg>
        <pc:spChg chg="add del">
          <ac:chgData name="来宾用户" userId="" providerId="Windows Live" clId="Web-{025288F2-554B-322B-0C7C-44E416904A45}" dt="2025-11-18T11:25:47.339" v="489"/>
          <ac:spMkLst>
            <pc:docMk/>
            <pc:sldMk cId="3994116165" sldId="311"/>
            <ac:spMk id="78" creationId="{90C8CC2F-C12A-64E1-00B8-2DC48106C3A6}"/>
          </ac:spMkLst>
        </pc:spChg>
        <pc:spChg chg="add mod">
          <ac:chgData name="来宾用户" userId="" providerId="Windows Live" clId="Web-{025288F2-554B-322B-0C7C-44E416904A45}" dt="2025-11-18T11:34:57.263" v="625" actId="20577"/>
          <ac:spMkLst>
            <pc:docMk/>
            <pc:sldMk cId="3994116165" sldId="311"/>
            <ac:spMk id="79" creationId="{AF8DC93D-83FD-FC0B-772E-96BFF0C5430B}"/>
          </ac:spMkLst>
        </pc:spChg>
        <pc:spChg chg="add mod">
          <ac:chgData name="来宾用户" userId="" providerId="Windows Live" clId="Web-{025288F2-554B-322B-0C7C-44E416904A45}" dt="2025-11-18T11:35:00.545" v="630" actId="20577"/>
          <ac:spMkLst>
            <pc:docMk/>
            <pc:sldMk cId="3994116165" sldId="311"/>
            <ac:spMk id="80" creationId="{73B8FE36-648F-730B-531E-493E63DF6831}"/>
          </ac:spMkLst>
        </pc:spChg>
        <pc:spChg chg="add mod ord">
          <ac:chgData name="来宾用户" userId="" providerId="Windows Live" clId="Web-{025288F2-554B-322B-0C7C-44E416904A45}" dt="2025-11-18T11:33:20.747" v="615"/>
          <ac:spMkLst>
            <pc:docMk/>
            <pc:sldMk cId="3994116165" sldId="311"/>
            <ac:spMk id="81" creationId="{AAE155CA-F296-94C1-77BD-0F1464EABE94}"/>
          </ac:spMkLst>
        </pc:spChg>
        <pc:spChg chg="topLvl">
          <ac:chgData name="来宾用户" userId="" providerId="Windows Live" clId="Web-{025288F2-554B-322B-0C7C-44E416904A45}" dt="2025-11-18T11:28:27.903" v="515"/>
          <ac:spMkLst>
            <pc:docMk/>
            <pc:sldMk cId="3994116165" sldId="311"/>
            <ac:spMk id="83" creationId="{A16D9E3F-19DF-B5CE-B54F-AE45EDFE05DD}"/>
          </ac:spMkLst>
        </pc:spChg>
        <pc:spChg chg="topLvl">
          <ac:chgData name="来宾用户" userId="" providerId="Windows Live" clId="Web-{025288F2-554B-322B-0C7C-44E416904A45}" dt="2025-11-18T11:28:27.903" v="515"/>
          <ac:spMkLst>
            <pc:docMk/>
            <pc:sldMk cId="3994116165" sldId="311"/>
            <ac:spMk id="84" creationId="{3E0E2BB1-6089-45C9-CAF4-E8A4F30160C6}"/>
          </ac:spMkLst>
        </pc:spChg>
        <pc:spChg chg="topLvl">
          <ac:chgData name="来宾用户" userId="" providerId="Windows Live" clId="Web-{025288F2-554B-322B-0C7C-44E416904A45}" dt="2025-11-18T11:28:27.903" v="515"/>
          <ac:spMkLst>
            <pc:docMk/>
            <pc:sldMk cId="3994116165" sldId="311"/>
            <ac:spMk id="85" creationId="{AFFD0143-F276-946A-758B-9318ACB155C3}"/>
          </ac:spMkLst>
        </pc:spChg>
        <pc:spChg chg="topLvl">
          <ac:chgData name="来宾用户" userId="" providerId="Windows Live" clId="Web-{025288F2-554B-322B-0C7C-44E416904A45}" dt="2025-11-18T11:28:27.903" v="515"/>
          <ac:spMkLst>
            <pc:docMk/>
            <pc:sldMk cId="3994116165" sldId="311"/>
            <ac:spMk id="86" creationId="{0D39E858-58BB-A858-1CB8-BD5B30D5BB55}"/>
          </ac:spMkLst>
        </pc:spChg>
        <pc:spChg chg="topLvl">
          <ac:chgData name="来宾用户" userId="" providerId="Windows Live" clId="Web-{025288F2-554B-322B-0C7C-44E416904A45}" dt="2025-11-18T11:28:27.903" v="515"/>
          <ac:spMkLst>
            <pc:docMk/>
            <pc:sldMk cId="3994116165" sldId="311"/>
            <ac:spMk id="87" creationId="{BFB198FC-D749-373D-D0EB-B0B547298807}"/>
          </ac:spMkLst>
        </pc:spChg>
        <pc:spChg chg="topLvl">
          <ac:chgData name="来宾用户" userId="" providerId="Windows Live" clId="Web-{025288F2-554B-322B-0C7C-44E416904A45}" dt="2025-11-18T11:28:27.903" v="515"/>
          <ac:spMkLst>
            <pc:docMk/>
            <pc:sldMk cId="3994116165" sldId="311"/>
            <ac:spMk id="88" creationId="{094E92C1-8618-7732-E007-23AC3A5D4EC0}"/>
          </ac:spMkLst>
        </pc:spChg>
        <pc:spChg chg="topLvl">
          <ac:chgData name="来宾用户" userId="" providerId="Windows Live" clId="Web-{025288F2-554B-322B-0C7C-44E416904A45}" dt="2025-11-18T11:28:27.903" v="515"/>
          <ac:spMkLst>
            <pc:docMk/>
            <pc:sldMk cId="3994116165" sldId="311"/>
            <ac:spMk id="89" creationId="{51F297C8-9EE1-4AF9-C125-6DE8325F04F0}"/>
          </ac:spMkLst>
        </pc:spChg>
        <pc:spChg chg="topLvl">
          <ac:chgData name="来宾用户" userId="" providerId="Windows Live" clId="Web-{025288F2-554B-322B-0C7C-44E416904A45}" dt="2025-11-18T11:28:27.903" v="515"/>
          <ac:spMkLst>
            <pc:docMk/>
            <pc:sldMk cId="3994116165" sldId="311"/>
            <ac:spMk id="90" creationId="{EE00CFB0-92D3-0C22-8FA0-B786A8D14644}"/>
          </ac:spMkLst>
        </pc:spChg>
        <pc:spChg chg="topLvl">
          <ac:chgData name="来宾用户" userId="" providerId="Windows Live" clId="Web-{025288F2-554B-322B-0C7C-44E416904A45}" dt="2025-11-18T11:28:27.903" v="515"/>
          <ac:spMkLst>
            <pc:docMk/>
            <pc:sldMk cId="3994116165" sldId="311"/>
            <ac:spMk id="91" creationId="{79857BFA-8BAF-636E-293A-50F5CDD67691}"/>
          </ac:spMkLst>
        </pc:spChg>
        <pc:spChg chg="topLvl">
          <ac:chgData name="来宾用户" userId="" providerId="Windows Live" clId="Web-{025288F2-554B-322B-0C7C-44E416904A45}" dt="2025-11-18T11:28:27.903" v="515"/>
          <ac:spMkLst>
            <pc:docMk/>
            <pc:sldMk cId="3994116165" sldId="311"/>
            <ac:spMk id="92" creationId="{98C8E798-4FF6-6AD0-4026-13AAA7150EFE}"/>
          </ac:spMkLst>
        </pc:spChg>
        <pc:spChg chg="add del mod">
          <ac:chgData name="来宾用户" userId="" providerId="Windows Live" clId="Web-{025288F2-554B-322B-0C7C-44E416904A45}" dt="2025-11-18T13:35:08.607" v="865"/>
          <ac:spMkLst>
            <pc:docMk/>
            <pc:sldMk cId="3994116165" sldId="311"/>
            <ac:spMk id="93" creationId="{5460348D-E453-CA41-37C3-7A9081CA7DAE}"/>
          </ac:spMkLst>
        </pc:spChg>
        <pc:spChg chg="add del mod">
          <ac:chgData name="来宾用户" userId="" providerId="Windows Live" clId="Web-{025288F2-554B-322B-0C7C-44E416904A45}" dt="2025-11-18T13:35:07.575" v="864"/>
          <ac:spMkLst>
            <pc:docMk/>
            <pc:sldMk cId="3994116165" sldId="311"/>
            <ac:spMk id="94" creationId="{9DCD997D-9871-5B76-EAAA-2111D92B4519}"/>
          </ac:spMkLst>
        </pc:spChg>
        <pc:spChg chg="add del mod">
          <ac:chgData name="来宾用户" userId="" providerId="Windows Live" clId="Web-{025288F2-554B-322B-0C7C-44E416904A45}" dt="2025-11-18T13:35:06.763" v="863"/>
          <ac:spMkLst>
            <pc:docMk/>
            <pc:sldMk cId="3994116165" sldId="311"/>
            <ac:spMk id="95" creationId="{AFDBEA4E-1D68-4998-75FD-70C485982D80}"/>
          </ac:spMkLst>
        </pc:spChg>
        <pc:spChg chg="add del mod">
          <ac:chgData name="来宾用户" userId="" providerId="Windows Live" clId="Web-{025288F2-554B-322B-0C7C-44E416904A45}" dt="2025-11-18T13:35:05.731" v="862"/>
          <ac:spMkLst>
            <pc:docMk/>
            <pc:sldMk cId="3994116165" sldId="311"/>
            <ac:spMk id="96" creationId="{FAD1D91E-2D2C-FA66-275A-3466BB3AA318}"/>
          </ac:spMkLst>
        </pc:spChg>
        <pc:spChg chg="add del mod">
          <ac:chgData name="来宾用户" userId="" providerId="Windows Live" clId="Web-{025288F2-554B-322B-0C7C-44E416904A45}" dt="2025-11-18T13:35:04.809" v="861"/>
          <ac:spMkLst>
            <pc:docMk/>
            <pc:sldMk cId="3994116165" sldId="311"/>
            <ac:spMk id="97" creationId="{8F7D7977-ED0E-17CD-2667-E56392B3D6EB}"/>
          </ac:spMkLst>
        </pc:spChg>
        <pc:spChg chg="add del mod">
          <ac:chgData name="来宾用户" userId="" providerId="Windows Live" clId="Web-{025288F2-554B-322B-0C7C-44E416904A45}" dt="2025-11-18T13:35:03.731" v="860"/>
          <ac:spMkLst>
            <pc:docMk/>
            <pc:sldMk cId="3994116165" sldId="311"/>
            <ac:spMk id="98" creationId="{ADE22C4B-A45E-39FA-75FB-C731F9C4A02B}"/>
          </ac:spMkLst>
        </pc:spChg>
        <pc:spChg chg="add del mod">
          <ac:chgData name="来宾用户" userId="" providerId="Windows Live" clId="Web-{025288F2-554B-322B-0C7C-44E416904A45}" dt="2025-11-18T13:35:02.762" v="859"/>
          <ac:spMkLst>
            <pc:docMk/>
            <pc:sldMk cId="3994116165" sldId="311"/>
            <ac:spMk id="99" creationId="{028A9586-4E6B-5AEE-4719-9DBD8ABDDCE2}"/>
          </ac:spMkLst>
        </pc:spChg>
        <pc:spChg chg="add del mod">
          <ac:chgData name="来宾用户" userId="" providerId="Windows Live" clId="Web-{025288F2-554B-322B-0C7C-44E416904A45}" dt="2025-11-18T13:35:01.856" v="858"/>
          <ac:spMkLst>
            <pc:docMk/>
            <pc:sldMk cId="3994116165" sldId="311"/>
            <ac:spMk id="100" creationId="{7F5593F8-F236-DAE1-D292-D5F7CBFAECF9}"/>
          </ac:spMkLst>
        </pc:spChg>
        <pc:spChg chg="add del mod">
          <ac:chgData name="来宾用户" userId="" providerId="Windows Live" clId="Web-{025288F2-554B-322B-0C7C-44E416904A45}" dt="2025-11-18T13:35:00.840" v="857"/>
          <ac:spMkLst>
            <pc:docMk/>
            <pc:sldMk cId="3994116165" sldId="311"/>
            <ac:spMk id="101" creationId="{6E8F845E-705B-06B4-888F-82F71E087A65}"/>
          </ac:spMkLst>
        </pc:spChg>
        <pc:spChg chg="add del mod">
          <ac:chgData name="来宾用户" userId="" providerId="Windows Live" clId="Web-{025288F2-554B-322B-0C7C-44E416904A45}" dt="2025-11-18T13:34:59.621" v="856"/>
          <ac:spMkLst>
            <pc:docMk/>
            <pc:sldMk cId="3994116165" sldId="311"/>
            <ac:spMk id="102" creationId="{291D44AC-FF90-88E5-FFE9-060DE7972BCA}"/>
          </ac:spMkLst>
        </pc:spChg>
        <pc:spChg chg="add mod">
          <ac:chgData name="来宾用户" userId="" providerId="Windows Live" clId="Web-{025288F2-554B-322B-0C7C-44E416904A45}" dt="2025-11-18T11:36:50.373" v="668" actId="1076"/>
          <ac:spMkLst>
            <pc:docMk/>
            <pc:sldMk cId="3994116165" sldId="311"/>
            <ac:spMk id="104" creationId="{7675A5D4-B53D-632E-129B-8A2267236F19}"/>
          </ac:spMkLst>
        </pc:spChg>
        <pc:spChg chg="add mod">
          <ac:chgData name="来宾用户" userId="" providerId="Windows Live" clId="Web-{025288F2-554B-322B-0C7C-44E416904A45}" dt="2025-11-18T11:36:36.170" v="663" actId="1076"/>
          <ac:spMkLst>
            <pc:docMk/>
            <pc:sldMk cId="3994116165" sldId="311"/>
            <ac:spMk id="105" creationId="{F10FEC9C-D171-FDDF-550B-E10704D83EF9}"/>
          </ac:spMkLst>
        </pc:spChg>
        <pc:spChg chg="add mod ord">
          <ac:chgData name="来宾用户" userId="" providerId="Windows Live" clId="Web-{025288F2-554B-322B-0C7C-44E416904A45}" dt="2025-11-18T11:36:20.889" v="658" actId="20577"/>
          <ac:spMkLst>
            <pc:docMk/>
            <pc:sldMk cId="3994116165" sldId="311"/>
            <ac:spMk id="106" creationId="{812B1438-77A6-DB5E-CDA8-81F058F24E27}"/>
          </ac:spMkLst>
        </pc:spChg>
        <pc:spChg chg="add mod">
          <ac:chgData name="来宾用户" userId="" providerId="Windows Live" clId="Web-{025288F2-554B-322B-0C7C-44E416904A45}" dt="2025-11-18T11:42:29.593" v="780" actId="1076"/>
          <ac:spMkLst>
            <pc:docMk/>
            <pc:sldMk cId="3994116165" sldId="311"/>
            <ac:spMk id="107" creationId="{3E863722-560B-1BE2-3A6A-C3FF8674D65F}"/>
          </ac:spMkLst>
        </pc:spChg>
        <pc:spChg chg="add mod">
          <ac:chgData name="来宾用户" userId="" providerId="Windows Live" clId="Web-{025288F2-554B-322B-0C7C-44E416904A45}" dt="2025-11-18T11:37:56.920" v="701" actId="14100"/>
          <ac:spMkLst>
            <pc:docMk/>
            <pc:sldMk cId="3994116165" sldId="311"/>
            <ac:spMk id="108" creationId="{91D7002A-28D9-4A21-8661-F00AD5F9169D}"/>
          </ac:spMkLst>
        </pc:spChg>
        <pc:spChg chg="add mod ord">
          <ac:chgData name="来宾用户" userId="" providerId="Windows Live" clId="Web-{025288F2-554B-322B-0C7C-44E416904A45}" dt="2025-11-18T11:40:19.858" v="727" actId="1076"/>
          <ac:spMkLst>
            <pc:docMk/>
            <pc:sldMk cId="3994116165" sldId="311"/>
            <ac:spMk id="109" creationId="{A92E559A-FD8F-3B2F-D0C5-2F54C469045F}"/>
          </ac:spMkLst>
        </pc:spChg>
        <pc:spChg chg="add mod">
          <ac:chgData name="来宾用户" userId="" providerId="Windows Live" clId="Web-{025288F2-554B-322B-0C7C-44E416904A45}" dt="2025-11-18T11:42:31.812" v="783" actId="1076"/>
          <ac:spMkLst>
            <pc:docMk/>
            <pc:sldMk cId="3994116165" sldId="311"/>
            <ac:spMk id="110" creationId="{B131CA36-3F59-5D36-4311-D1568A8DB43A}"/>
          </ac:spMkLst>
        </pc:spChg>
        <pc:spChg chg="add del">
          <ac:chgData name="来宾用户" userId="" providerId="Windows Live" clId="Web-{025288F2-554B-322B-0C7C-44E416904A45}" dt="2025-11-18T11:40:51.561" v="731"/>
          <ac:spMkLst>
            <pc:docMk/>
            <pc:sldMk cId="3994116165" sldId="311"/>
            <ac:spMk id="111" creationId="{C1FC99CD-4E9F-981E-7DE2-CE205E2F7222}"/>
          </ac:spMkLst>
        </pc:spChg>
        <pc:spChg chg="add mod">
          <ac:chgData name="来宾用户" userId="" providerId="Windows Live" clId="Web-{025288F2-554B-322B-0C7C-44E416904A45}" dt="2025-11-18T11:41:37.452" v="757" actId="14100"/>
          <ac:spMkLst>
            <pc:docMk/>
            <pc:sldMk cId="3994116165" sldId="311"/>
            <ac:spMk id="133" creationId="{35A74E1E-FFC4-4840-6F08-ED4DBA1933CC}"/>
          </ac:spMkLst>
        </pc:spChg>
        <pc:spChg chg="add mod">
          <ac:chgData name="来宾用户" userId="" providerId="Windows Live" clId="Web-{025288F2-554B-322B-0C7C-44E416904A45}" dt="2025-11-18T11:41:50.343" v="765" actId="1076"/>
          <ac:spMkLst>
            <pc:docMk/>
            <pc:sldMk cId="3994116165" sldId="311"/>
            <ac:spMk id="134" creationId="{D8841E24-BA41-207D-301C-C80C5DA84EB2}"/>
          </ac:spMkLst>
        </pc:spChg>
        <pc:spChg chg="add mod">
          <ac:chgData name="来宾用户" userId="" providerId="Windows Live" clId="Web-{025288F2-554B-322B-0C7C-44E416904A45}" dt="2025-11-18T11:42:23.281" v="778" actId="1076"/>
          <ac:spMkLst>
            <pc:docMk/>
            <pc:sldMk cId="3994116165" sldId="311"/>
            <ac:spMk id="135" creationId="{1645016E-829C-B870-C937-FC4EF208680C}"/>
          </ac:spMkLst>
        </pc:spChg>
        <pc:spChg chg="add mod">
          <ac:chgData name="来宾用户" userId="" providerId="Windows Live" clId="Web-{025288F2-554B-322B-0C7C-44E416904A45}" dt="2025-11-18T11:42:33.797" v="784" actId="1076"/>
          <ac:spMkLst>
            <pc:docMk/>
            <pc:sldMk cId="3994116165" sldId="311"/>
            <ac:spMk id="136" creationId="{98C0DC26-CD67-AF04-D345-BA84F5DE771E}"/>
          </ac:spMkLst>
        </pc:spChg>
        <pc:spChg chg="add ord">
          <ac:chgData name="来宾用户" userId="" providerId="Windows Live" clId="Web-{025288F2-554B-322B-0C7C-44E416904A45}" dt="2025-11-18T11:43:22.391" v="792"/>
          <ac:spMkLst>
            <pc:docMk/>
            <pc:sldMk cId="3994116165" sldId="311"/>
            <ac:spMk id="138" creationId="{FB5DF807-CBED-FE6F-F5AF-24107030CBD0}"/>
          </ac:spMkLst>
        </pc:spChg>
        <pc:grpChg chg="del">
          <ac:chgData name="来宾用户" userId="" providerId="Windows Live" clId="Web-{025288F2-554B-322B-0C7C-44E416904A45}" dt="2025-11-18T11:05:13.504" v="257"/>
          <ac:grpSpMkLst>
            <pc:docMk/>
            <pc:sldMk cId="3994116165" sldId="311"/>
            <ac:grpSpMk id="16" creationId="{51A2F5E5-93E3-73B0-7CE7-0430E5F3039E}"/>
          </ac:grpSpMkLst>
        </pc:grpChg>
        <pc:grpChg chg="add mod">
          <ac:chgData name="来宾用户" userId="" providerId="Windows Live" clId="Web-{025288F2-554B-322B-0C7C-44E416904A45}" dt="2025-11-18T11:14:02.146" v="451" actId="1076"/>
          <ac:grpSpMkLst>
            <pc:docMk/>
            <pc:sldMk cId="3994116165" sldId="311"/>
            <ac:grpSpMk id="23" creationId="{7A821FFB-4EE9-28D3-E9EB-8E9E984730DA}"/>
          </ac:grpSpMkLst>
        </pc:grpChg>
        <pc:grpChg chg="add del">
          <ac:chgData name="来宾用户" userId="" providerId="Windows Live" clId="Web-{025288F2-554B-322B-0C7C-44E416904A45}" dt="2025-11-18T11:09:07.442" v="322"/>
          <ac:grpSpMkLst>
            <pc:docMk/>
            <pc:sldMk cId="3994116165" sldId="311"/>
            <ac:grpSpMk id="24" creationId="{9ACFDD7A-25D7-4B7E-26CB-B364957DC3C8}"/>
          </ac:grpSpMkLst>
        </pc:grpChg>
        <pc:grpChg chg="add del mod">
          <ac:chgData name="来宾用户" userId="" providerId="Windows Live" clId="Web-{025288F2-554B-322B-0C7C-44E416904A45}" dt="2025-11-18T11:10:21.833" v="325"/>
          <ac:grpSpMkLst>
            <pc:docMk/>
            <pc:sldMk cId="3994116165" sldId="311"/>
            <ac:grpSpMk id="30" creationId="{7E0F1543-360B-29DC-CA53-C7BFD12ECFA8}"/>
          </ac:grpSpMkLst>
        </pc:grpChg>
        <pc:grpChg chg="add del mod">
          <ac:chgData name="来宾用户" userId="" providerId="Windows Live" clId="Web-{025288F2-554B-322B-0C7C-44E416904A45}" dt="2025-11-18T11:11:59.740" v="376"/>
          <ac:grpSpMkLst>
            <pc:docMk/>
            <pc:sldMk cId="3994116165" sldId="311"/>
            <ac:grpSpMk id="36" creationId="{810948B6-BEE3-6539-E90E-BE890758A84F}"/>
          </ac:grpSpMkLst>
        </pc:grpChg>
        <pc:grpChg chg="add del">
          <ac:chgData name="来宾用户" userId="" providerId="Windows Live" clId="Web-{025288F2-554B-322B-0C7C-44E416904A45}" dt="2025-11-18T11:10:53.880" v="343"/>
          <ac:grpSpMkLst>
            <pc:docMk/>
            <pc:sldMk cId="3994116165" sldId="311"/>
            <ac:grpSpMk id="37" creationId="{7B951853-6741-9B14-9667-6A0AF0FEB8E6}"/>
          </ac:grpSpMkLst>
        </pc:grpChg>
        <pc:grpChg chg="add del">
          <ac:chgData name="来宾用户" userId="" providerId="Windows Live" clId="Web-{025288F2-554B-322B-0C7C-44E416904A45}" dt="2025-11-18T11:10:58.739" v="345"/>
          <ac:grpSpMkLst>
            <pc:docMk/>
            <pc:sldMk cId="3994116165" sldId="311"/>
            <ac:grpSpMk id="43" creationId="{6186A90F-418D-D85E-3D25-8A8F146E6F07}"/>
          </ac:grpSpMkLst>
        </pc:grpChg>
        <pc:grpChg chg="add mod">
          <ac:chgData name="来宾用户" userId="" providerId="Windows Live" clId="Web-{025288F2-554B-322B-0C7C-44E416904A45}" dt="2025-11-18T11:14:02.177" v="454" actId="1076"/>
          <ac:grpSpMkLst>
            <pc:docMk/>
            <pc:sldMk cId="3994116165" sldId="311"/>
            <ac:grpSpMk id="51" creationId="{B5DAAD3D-088A-BE24-F689-AFC0F2A6A4BA}"/>
          </ac:grpSpMkLst>
        </pc:grpChg>
        <pc:grpChg chg="add del mod">
          <ac:chgData name="来宾用户" userId="" providerId="Windows Live" clId="Web-{025288F2-554B-322B-0C7C-44E416904A45}" dt="2025-11-18T11:12:36.427" v="388"/>
          <ac:grpSpMkLst>
            <pc:docMk/>
            <pc:sldMk cId="3994116165" sldId="311"/>
            <ac:grpSpMk id="57" creationId="{EA753D2F-A429-9FEB-4713-09AEF8E4A189}"/>
          </ac:grpSpMkLst>
        </pc:grpChg>
        <pc:grpChg chg="add mod">
          <ac:chgData name="来宾用户" userId="" providerId="Windows Live" clId="Web-{025288F2-554B-322B-0C7C-44E416904A45}" dt="2025-11-18T11:14:02.208" v="455" actId="1076"/>
          <ac:grpSpMkLst>
            <pc:docMk/>
            <pc:sldMk cId="3994116165" sldId="311"/>
            <ac:grpSpMk id="68" creationId="{3BC176C7-2718-BC15-1E36-B91642768ABB}"/>
          </ac:grpSpMkLst>
        </pc:grpChg>
        <pc:grpChg chg="add mod">
          <ac:chgData name="来宾用户" userId="" providerId="Windows Live" clId="Web-{025288F2-554B-322B-0C7C-44E416904A45}" dt="2025-11-18T11:28:25.715" v="514" actId="14100"/>
          <ac:grpSpMkLst>
            <pc:docMk/>
            <pc:sldMk cId="3994116165" sldId="311"/>
            <ac:grpSpMk id="82" creationId="{657A3D8B-72E1-990E-E89F-3AD8FA023731}"/>
          </ac:grpSpMkLst>
        </pc:grpChg>
        <pc:grpChg chg="add mod">
          <ac:chgData name="来宾用户" userId="" providerId="Windows Live" clId="Web-{025288F2-554B-322B-0C7C-44E416904A45}" dt="2025-11-18T13:35:12.669" v="866" actId="1076"/>
          <ac:grpSpMkLst>
            <pc:docMk/>
            <pc:sldMk cId="3994116165" sldId="311"/>
            <ac:grpSpMk id="103" creationId="{D661EFF7-6502-A650-EBB6-4E56CF7D3CB8}"/>
          </ac:grpSpMkLst>
        </pc:grpChg>
        <pc:grpChg chg="add mod">
          <ac:chgData name="来宾用户" userId="" providerId="Windows Live" clId="Web-{025288F2-554B-322B-0C7C-44E416904A45}" dt="2025-11-18T11:41:08.827" v="735" actId="1076"/>
          <ac:grpSpMkLst>
            <pc:docMk/>
            <pc:sldMk cId="3994116165" sldId="311"/>
            <ac:grpSpMk id="112" creationId="{5BECC7DA-AFA4-59CC-3129-E1FCE74000D3}"/>
          </ac:grpSpMkLst>
        </pc:grpChg>
        <pc:picChg chg="del">
          <ac:chgData name="来宾用户" userId="" providerId="Windows Live" clId="Web-{025288F2-554B-322B-0C7C-44E416904A45}" dt="2025-11-18T11:05:15.988" v="259"/>
          <ac:picMkLst>
            <pc:docMk/>
            <pc:sldMk cId="3994116165" sldId="311"/>
            <ac:picMk id="2" creationId="{AB45864E-EDC6-5F4C-0BB3-73C678E44495}"/>
          </ac:picMkLst>
        </pc:picChg>
        <pc:picChg chg="mod ord">
          <ac:chgData name="来宾用户" userId="" providerId="Windows Live" clId="Web-{025288F2-554B-322B-0C7C-44E416904A45}" dt="2025-11-18T11:43:26.672" v="793"/>
          <ac:picMkLst>
            <pc:docMk/>
            <pc:sldMk cId="3994116165" sldId="311"/>
            <ac:picMk id="8" creationId="{A69E213E-9767-7E01-DE78-C06537B49122}"/>
          </ac:picMkLst>
        </pc:picChg>
        <pc:picChg chg="del mod">
          <ac:chgData name="来宾用户" userId="" providerId="Windows Live" clId="Web-{025288F2-554B-322B-0C7C-44E416904A45}" dt="2025-11-18T11:05:10.566" v="254"/>
          <ac:picMkLst>
            <pc:docMk/>
            <pc:sldMk cId="3994116165" sldId="311"/>
            <ac:picMk id="12" creationId="{4109F89B-35C4-BE73-B465-C2A79A9EF345}"/>
          </ac:picMkLst>
        </pc:picChg>
        <pc:picChg chg="del">
          <ac:chgData name="来宾用户" userId="" providerId="Windows Live" clId="Web-{025288F2-554B-322B-0C7C-44E416904A45}" dt="2025-11-18T11:05:15.535" v="258"/>
          <ac:picMkLst>
            <pc:docMk/>
            <pc:sldMk cId="3994116165" sldId="311"/>
            <ac:picMk id="14" creationId="{7FF11FAA-E9B8-1E20-FE14-C6833FD620A6}"/>
          </ac:picMkLst>
        </pc:picChg>
        <pc:picChg chg="del">
          <ac:chgData name="来宾用户" userId="" providerId="Windows Live" clId="Web-{025288F2-554B-322B-0C7C-44E416904A45}" dt="2025-11-18T11:05:16.441" v="260"/>
          <ac:picMkLst>
            <pc:docMk/>
            <pc:sldMk cId="3994116165" sldId="311"/>
            <ac:picMk id="15" creationId="{DFBCBD1E-47C9-0580-45B8-C40211DABAF8}"/>
          </ac:picMkLst>
        </pc:picChg>
        <pc:cxnChg chg="del">
          <ac:chgData name="来宾用户" userId="" providerId="Windows Live" clId="Web-{025288F2-554B-322B-0C7C-44E416904A45}" dt="2025-11-18T11:05:12.050" v="255"/>
          <ac:cxnSpMkLst>
            <pc:docMk/>
            <pc:sldMk cId="3994116165" sldId="311"/>
            <ac:cxnSpMk id="17" creationId="{51B5A3C3-8306-C685-0CD9-18F07038ED0A}"/>
          </ac:cxnSpMkLst>
        </pc:cxnChg>
        <pc:cxnChg chg="del">
          <ac:chgData name="来宾用户" userId="" providerId="Windows Live" clId="Web-{025288F2-554B-322B-0C7C-44E416904A45}" dt="2025-11-18T11:05:12.972" v="256"/>
          <ac:cxnSpMkLst>
            <pc:docMk/>
            <pc:sldMk cId="3994116165" sldId="311"/>
            <ac:cxnSpMk id="18" creationId="{5DC702FC-72F9-F0AD-FD46-0FDB53F3639E}"/>
          </ac:cxnSpMkLst>
        </pc:cxnChg>
      </pc:sldChg>
      <pc:sldChg chg="addSp delSp modSp add replId">
        <pc:chgData name="来宾用户" userId="" providerId="Windows Live" clId="Web-{025288F2-554B-322B-0C7C-44E416904A45}" dt="2025-11-18T14:55:14.773" v="941" actId="14100"/>
        <pc:sldMkLst>
          <pc:docMk/>
          <pc:sldMk cId="1995288309" sldId="312"/>
        </pc:sldMkLst>
        <pc:spChg chg="mod">
          <ac:chgData name="来宾用户" userId="" providerId="Windows Live" clId="Web-{025288F2-554B-322B-0C7C-44E416904A45}" dt="2025-11-18T14:50:52.219" v="923" actId="14100"/>
          <ac:spMkLst>
            <pc:docMk/>
            <pc:sldMk cId="1995288309" sldId="312"/>
            <ac:spMk id="3" creationId="{B8BF32BB-6CBA-C8EC-638D-CAADC4C7D1E0}"/>
          </ac:spMkLst>
        </pc:spChg>
        <pc:spChg chg="add mod">
          <ac:chgData name="来宾用户" userId="" providerId="Windows Live" clId="Web-{025288F2-554B-322B-0C7C-44E416904A45}" dt="2025-11-18T14:55:14.773" v="941" actId="14100"/>
          <ac:spMkLst>
            <pc:docMk/>
            <pc:sldMk cId="1995288309" sldId="312"/>
            <ac:spMk id="6" creationId="{C9F9878C-3D61-39E5-6EFC-A806C686DBD7}"/>
          </ac:spMkLst>
        </pc:spChg>
        <pc:spChg chg="del">
          <ac:chgData name="来宾用户" userId="" providerId="Windows Live" clId="Web-{025288F2-554B-322B-0C7C-44E416904A45}" dt="2025-11-18T11:45:39.766" v="823"/>
          <ac:spMkLst>
            <pc:docMk/>
            <pc:sldMk cId="1995288309" sldId="312"/>
            <ac:spMk id="13" creationId="{D69CE034-EB79-A5C8-B541-FC324244DFA4}"/>
          </ac:spMkLst>
        </pc:spChg>
        <pc:spChg chg="mod">
          <ac:chgData name="来宾用户" userId="" providerId="Windows Live" clId="Web-{025288F2-554B-322B-0C7C-44E416904A45}" dt="2025-11-18T11:45:28.860" v="801" actId="20577"/>
          <ac:spMkLst>
            <pc:docMk/>
            <pc:sldMk cId="1995288309" sldId="312"/>
            <ac:spMk id="75" creationId="{B7A39F70-CB6D-ACB7-B394-44AD7A03C850}"/>
          </ac:spMkLst>
        </pc:spChg>
        <pc:spChg chg="del">
          <ac:chgData name="来宾用户" userId="" providerId="Windows Live" clId="Web-{025288F2-554B-322B-0C7C-44E416904A45}" dt="2025-11-18T11:45:39.766" v="820"/>
          <ac:spMkLst>
            <pc:docMk/>
            <pc:sldMk cId="1995288309" sldId="312"/>
            <ac:spMk id="76" creationId="{D4203C3E-B8B6-7028-ADB4-B416C956D414}"/>
          </ac:spMkLst>
        </pc:spChg>
        <pc:spChg chg="del">
          <ac:chgData name="来宾用户" userId="" providerId="Windows Live" clId="Web-{025288F2-554B-322B-0C7C-44E416904A45}" dt="2025-11-18T11:45:39.766" v="819"/>
          <ac:spMkLst>
            <pc:docMk/>
            <pc:sldMk cId="1995288309" sldId="312"/>
            <ac:spMk id="77" creationId="{25DEC2EA-A4E7-A268-DB16-16B1CA8AB332}"/>
          </ac:spMkLst>
        </pc:spChg>
        <pc:spChg chg="del">
          <ac:chgData name="来宾用户" userId="" providerId="Windows Live" clId="Web-{025288F2-554B-322B-0C7C-44E416904A45}" dt="2025-11-18T11:45:39.766" v="818"/>
          <ac:spMkLst>
            <pc:docMk/>
            <pc:sldMk cId="1995288309" sldId="312"/>
            <ac:spMk id="79" creationId="{0FF7B7CE-6E31-F5ED-382A-ACB304A283DF}"/>
          </ac:spMkLst>
        </pc:spChg>
        <pc:spChg chg="del">
          <ac:chgData name="来宾用户" userId="" providerId="Windows Live" clId="Web-{025288F2-554B-322B-0C7C-44E416904A45}" dt="2025-11-18T11:45:39.766" v="817"/>
          <ac:spMkLst>
            <pc:docMk/>
            <pc:sldMk cId="1995288309" sldId="312"/>
            <ac:spMk id="80" creationId="{021591C2-FEF9-2F26-3BE9-969F0AC814D1}"/>
          </ac:spMkLst>
        </pc:spChg>
        <pc:spChg chg="del">
          <ac:chgData name="来宾用户" userId="" providerId="Windows Live" clId="Web-{025288F2-554B-322B-0C7C-44E416904A45}" dt="2025-11-18T11:45:39.766" v="812"/>
          <ac:spMkLst>
            <pc:docMk/>
            <pc:sldMk cId="1995288309" sldId="312"/>
            <ac:spMk id="81" creationId="{A945CF96-9EEF-3B41-21DA-742BBE4F51A1}"/>
          </ac:spMkLst>
        </pc:spChg>
        <pc:spChg chg="del">
          <ac:chgData name="来宾用户" userId="" providerId="Windows Live" clId="Web-{025288F2-554B-322B-0C7C-44E416904A45}" dt="2025-11-18T11:45:39.766" v="815"/>
          <ac:spMkLst>
            <pc:docMk/>
            <pc:sldMk cId="1995288309" sldId="312"/>
            <ac:spMk id="104" creationId="{69F34945-3BD0-542A-B0CF-CDBF782E2545}"/>
          </ac:spMkLst>
        </pc:spChg>
        <pc:spChg chg="del">
          <ac:chgData name="来宾用户" userId="" providerId="Windows Live" clId="Web-{025288F2-554B-322B-0C7C-44E416904A45}" dt="2025-11-18T11:45:39.766" v="813"/>
          <ac:spMkLst>
            <pc:docMk/>
            <pc:sldMk cId="1995288309" sldId="312"/>
            <ac:spMk id="105" creationId="{21292B30-DAC4-8A72-8D19-0060DC27EAD0}"/>
          </ac:spMkLst>
        </pc:spChg>
        <pc:spChg chg="del">
          <ac:chgData name="来宾用户" userId="" providerId="Windows Live" clId="Web-{025288F2-554B-322B-0C7C-44E416904A45}" dt="2025-11-18T11:45:39.766" v="814"/>
          <ac:spMkLst>
            <pc:docMk/>
            <pc:sldMk cId="1995288309" sldId="312"/>
            <ac:spMk id="106" creationId="{6654066D-2613-8EB2-1001-AD6E01487BFB}"/>
          </ac:spMkLst>
        </pc:spChg>
        <pc:spChg chg="del">
          <ac:chgData name="来宾用户" userId="" providerId="Windows Live" clId="Web-{025288F2-554B-322B-0C7C-44E416904A45}" dt="2025-11-18T11:45:39.766" v="811"/>
          <ac:spMkLst>
            <pc:docMk/>
            <pc:sldMk cId="1995288309" sldId="312"/>
            <ac:spMk id="107" creationId="{A8DB39A3-33A9-ECDC-2F88-099ADB348F10}"/>
          </ac:spMkLst>
        </pc:spChg>
        <pc:spChg chg="del">
          <ac:chgData name="来宾用户" userId="" providerId="Windows Live" clId="Web-{025288F2-554B-322B-0C7C-44E416904A45}" dt="2025-11-18T11:45:39.766" v="809"/>
          <ac:spMkLst>
            <pc:docMk/>
            <pc:sldMk cId="1995288309" sldId="312"/>
            <ac:spMk id="108" creationId="{1BD0E6AD-300D-57BB-9A33-FDE735A20849}"/>
          </ac:spMkLst>
        </pc:spChg>
        <pc:spChg chg="del">
          <ac:chgData name="来宾用户" userId="" providerId="Windows Live" clId="Web-{025288F2-554B-322B-0C7C-44E416904A45}" dt="2025-11-18T11:45:39.766" v="810"/>
          <ac:spMkLst>
            <pc:docMk/>
            <pc:sldMk cId="1995288309" sldId="312"/>
            <ac:spMk id="109" creationId="{8A4331AE-A343-EB94-CD61-8D4966B88120}"/>
          </ac:spMkLst>
        </pc:spChg>
        <pc:spChg chg="del">
          <ac:chgData name="来宾用户" userId="" providerId="Windows Live" clId="Web-{025288F2-554B-322B-0C7C-44E416904A45}" dt="2025-11-18T11:45:39.766" v="808"/>
          <ac:spMkLst>
            <pc:docMk/>
            <pc:sldMk cId="1995288309" sldId="312"/>
            <ac:spMk id="110" creationId="{880CA398-771F-2FE3-9E09-18CD2DBD855E}"/>
          </ac:spMkLst>
        </pc:spChg>
        <pc:spChg chg="del">
          <ac:chgData name="来宾用户" userId="" providerId="Windows Live" clId="Web-{025288F2-554B-322B-0C7C-44E416904A45}" dt="2025-11-18T11:45:39.751" v="806"/>
          <ac:spMkLst>
            <pc:docMk/>
            <pc:sldMk cId="1995288309" sldId="312"/>
            <ac:spMk id="133" creationId="{0C5A1856-6C47-C3BF-9DC4-539B4086C78F}"/>
          </ac:spMkLst>
        </pc:spChg>
        <pc:spChg chg="del">
          <ac:chgData name="来宾用户" userId="" providerId="Windows Live" clId="Web-{025288F2-554B-322B-0C7C-44E416904A45}" dt="2025-11-18T11:45:39.751" v="805"/>
          <ac:spMkLst>
            <pc:docMk/>
            <pc:sldMk cId="1995288309" sldId="312"/>
            <ac:spMk id="134" creationId="{47FF8F02-EE3A-79BA-51E3-9E61B8A5831C}"/>
          </ac:spMkLst>
        </pc:spChg>
        <pc:spChg chg="del">
          <ac:chgData name="来宾用户" userId="" providerId="Windows Live" clId="Web-{025288F2-554B-322B-0C7C-44E416904A45}" dt="2025-11-18T11:45:39.751" v="804"/>
          <ac:spMkLst>
            <pc:docMk/>
            <pc:sldMk cId="1995288309" sldId="312"/>
            <ac:spMk id="135" creationId="{957EEF1F-9213-3A56-8793-F879EDAB6B5A}"/>
          </ac:spMkLst>
        </pc:spChg>
        <pc:spChg chg="del">
          <ac:chgData name="来宾用户" userId="" providerId="Windows Live" clId="Web-{025288F2-554B-322B-0C7C-44E416904A45}" dt="2025-11-18T11:45:39.751" v="803"/>
          <ac:spMkLst>
            <pc:docMk/>
            <pc:sldMk cId="1995288309" sldId="312"/>
            <ac:spMk id="136" creationId="{76E93203-82B1-EB9F-0959-C8C7750C865B}"/>
          </ac:spMkLst>
        </pc:spChg>
        <pc:spChg chg="mod">
          <ac:chgData name="来宾用户" userId="" providerId="Windows Live" clId="Web-{025288F2-554B-322B-0C7C-44E416904A45}" dt="2025-11-18T14:54:38.960" v="934" actId="1076"/>
          <ac:spMkLst>
            <pc:docMk/>
            <pc:sldMk cId="1995288309" sldId="312"/>
            <ac:spMk id="138" creationId="{3C19EDDF-A2AB-4BBA-9E24-5D3CF8266E29}"/>
          </ac:spMkLst>
        </pc:spChg>
        <pc:grpChg chg="add mod">
          <ac:chgData name="来宾用户" userId="" providerId="Windows Live" clId="Web-{025288F2-554B-322B-0C7C-44E416904A45}" dt="2025-11-18T14:54:58.460" v="938" actId="1076"/>
          <ac:grpSpMkLst>
            <pc:docMk/>
            <pc:sldMk cId="1995288309" sldId="312"/>
            <ac:grpSpMk id="10" creationId="{196BE7D4-B1E3-4E4F-3A04-D35E139E68B4}"/>
          </ac:grpSpMkLst>
        </pc:grpChg>
        <pc:grpChg chg="del">
          <ac:chgData name="来宾用户" userId="" providerId="Windows Live" clId="Web-{025288F2-554B-322B-0C7C-44E416904A45}" dt="2025-11-18T11:45:31.360" v="802"/>
          <ac:grpSpMkLst>
            <pc:docMk/>
            <pc:sldMk cId="1995288309" sldId="312"/>
            <ac:grpSpMk id="23" creationId="{192052D8-4E31-F930-C9BC-3D547271E9DE}"/>
          </ac:grpSpMkLst>
        </pc:grpChg>
        <pc:grpChg chg="del">
          <ac:chgData name="来宾用户" userId="" providerId="Windows Live" clId="Web-{025288F2-554B-322B-0C7C-44E416904A45}" dt="2025-11-18T11:45:39.766" v="822"/>
          <ac:grpSpMkLst>
            <pc:docMk/>
            <pc:sldMk cId="1995288309" sldId="312"/>
            <ac:grpSpMk id="51" creationId="{F85DDE4D-CB17-FDA7-2D37-E9C2E074DC5B}"/>
          </ac:grpSpMkLst>
        </pc:grpChg>
        <pc:grpChg chg="del">
          <ac:chgData name="来宾用户" userId="" providerId="Windows Live" clId="Web-{025288F2-554B-322B-0C7C-44E416904A45}" dt="2025-11-18T11:45:39.766" v="821"/>
          <ac:grpSpMkLst>
            <pc:docMk/>
            <pc:sldMk cId="1995288309" sldId="312"/>
            <ac:grpSpMk id="68" creationId="{AA9A2B7A-47F7-6F18-75C4-50312D1BA72A}"/>
          </ac:grpSpMkLst>
        </pc:grpChg>
        <pc:grpChg chg="del">
          <ac:chgData name="来宾用户" userId="" providerId="Windows Live" clId="Web-{025288F2-554B-322B-0C7C-44E416904A45}" dt="2025-11-18T11:45:39.766" v="816"/>
          <ac:grpSpMkLst>
            <pc:docMk/>
            <pc:sldMk cId="1995288309" sldId="312"/>
            <ac:grpSpMk id="103" creationId="{4AC08321-42A8-D27E-EC52-4EF9EB0B7AE1}"/>
          </ac:grpSpMkLst>
        </pc:grpChg>
        <pc:grpChg chg="del">
          <ac:chgData name="来宾用户" userId="" providerId="Windows Live" clId="Web-{025288F2-554B-322B-0C7C-44E416904A45}" dt="2025-11-18T11:45:39.751" v="807"/>
          <ac:grpSpMkLst>
            <pc:docMk/>
            <pc:sldMk cId="1995288309" sldId="312"/>
            <ac:grpSpMk id="112" creationId="{4471A945-1449-BAF4-522E-5742929CC047}"/>
          </ac:grpSpMkLst>
        </pc:grpChg>
        <pc:picChg chg="mod">
          <ac:chgData name="来宾用户" userId="" providerId="Windows Live" clId="Web-{025288F2-554B-322B-0C7C-44E416904A45}" dt="2025-11-18T14:54:27.210" v="927" actId="14100"/>
          <ac:picMkLst>
            <pc:docMk/>
            <pc:sldMk cId="1995288309" sldId="312"/>
            <ac:picMk id="5" creationId="{0B0BF0CB-DF51-9521-166F-94FC11F9B238}"/>
          </ac:picMkLst>
        </pc:picChg>
        <pc:picChg chg="add del mod modCrop">
          <ac:chgData name="来宾用户" userId="" providerId="Windows Live" clId="Web-{025288F2-554B-322B-0C7C-44E416904A45}" dt="2025-11-18T14:26:56.581" v="869"/>
          <ac:picMkLst>
            <pc:docMk/>
            <pc:sldMk cId="1995288309" sldId="312"/>
            <ac:picMk id="5" creationId="{1B868BD5-5A77-56DD-7284-EC2AEBF8BB7C}"/>
          </ac:picMkLst>
        </pc:picChg>
      </pc:sldChg>
    </pc:docChg>
  </pc:docChgLst>
  <pc:docChgLst>
    <pc:chgData name="来宾用户" providerId="Windows Live" clId="Web-{30EE3683-4462-E551-A70E-AA1D27FEC544}"/>
    <pc:docChg chg="modSld">
      <pc:chgData name="来宾用户" userId="" providerId="Windows Live" clId="Web-{30EE3683-4462-E551-A70E-AA1D27FEC544}" dt="2025-11-18T09:53:01.222" v="365" actId="20577"/>
      <pc:docMkLst>
        <pc:docMk/>
      </pc:docMkLst>
      <pc:sldChg chg="delSp modSp">
        <pc:chgData name="来宾用户" userId="" providerId="Windows Live" clId="Web-{30EE3683-4462-E551-A70E-AA1D27FEC544}" dt="2025-11-18T09:53:01.222" v="365" actId="20577"/>
        <pc:sldMkLst>
          <pc:docMk/>
          <pc:sldMk cId="1341453610" sldId="298"/>
        </pc:sldMkLst>
        <pc:spChg chg="del mod">
          <ac:chgData name="来宾用户" userId="" providerId="Windows Live" clId="Web-{30EE3683-4462-E551-A70E-AA1D27FEC544}" dt="2025-11-18T09:52:30.986" v="311"/>
          <ac:spMkLst>
            <pc:docMk/>
            <pc:sldMk cId="1341453610" sldId="298"/>
            <ac:spMk id="2" creationId="{105F0AA8-0385-81A1-AB69-32F54B43FA0C}"/>
          </ac:spMkLst>
        </pc:spChg>
        <pc:spChg chg="mod">
          <ac:chgData name="来宾用户" userId="" providerId="Windows Live" clId="Web-{30EE3683-4462-E551-A70E-AA1D27FEC544}" dt="2025-11-18T09:53:01.222" v="365" actId="20577"/>
          <ac:spMkLst>
            <pc:docMk/>
            <pc:sldMk cId="1341453610" sldId="298"/>
            <ac:spMk id="4" creationId="{A3847B3F-E11F-934A-C3FF-E2117CC856E9}"/>
          </ac:spMkLst>
        </pc:spChg>
        <pc:picChg chg="mod">
          <ac:chgData name="来宾用户" userId="" providerId="Windows Live" clId="Web-{30EE3683-4462-E551-A70E-AA1D27FEC544}" dt="2025-11-18T09:49:19.218" v="309" actId="14100"/>
          <ac:picMkLst>
            <pc:docMk/>
            <pc:sldMk cId="1341453610" sldId="298"/>
            <ac:picMk id="1026" creationId="{DEB6AA34-6C34-E2C8-D2FC-27F74BA8A44E}"/>
          </ac:picMkLst>
        </pc:picChg>
      </pc:sldChg>
      <pc:sldChg chg="addSp delSp modSp">
        <pc:chgData name="来宾用户" userId="" providerId="Windows Live" clId="Web-{30EE3683-4462-E551-A70E-AA1D27FEC544}" dt="2025-11-18T09:07:54.417" v="307"/>
        <pc:sldMkLst>
          <pc:docMk/>
          <pc:sldMk cId="3338006714" sldId="308"/>
        </pc:sldMkLst>
        <pc:spChg chg="add del mod">
          <ac:chgData name="来宾用户" userId="" providerId="Windows Live" clId="Web-{30EE3683-4462-E551-A70E-AA1D27FEC544}" dt="2025-11-18T09:07:54.417" v="307"/>
          <ac:spMkLst>
            <pc:docMk/>
            <pc:sldMk cId="3338006714" sldId="308"/>
            <ac:spMk id="8" creationId="{6F8C5B62-2B73-B556-FC98-5783B304C420}"/>
          </ac:spMkLst>
        </pc:spChg>
      </pc:sldChg>
      <pc:sldChg chg="addSp modSp">
        <pc:chgData name="来宾用户" userId="" providerId="Windows Live" clId="Web-{30EE3683-4462-E551-A70E-AA1D27FEC544}" dt="2025-11-18T08:41:08.558" v="306" actId="20577"/>
        <pc:sldMkLst>
          <pc:docMk/>
          <pc:sldMk cId="3826484136" sldId="310"/>
        </pc:sldMkLst>
        <pc:spChg chg="add mod">
          <ac:chgData name="来宾用户" userId="" providerId="Windows Live" clId="Web-{30EE3683-4462-E551-A70E-AA1D27FEC544}" dt="2025-11-18T08:41:08.558" v="306" actId="20577"/>
          <ac:spMkLst>
            <pc:docMk/>
            <pc:sldMk cId="3826484136" sldId="310"/>
            <ac:spMk id="3" creationId="{D7DF4A13-D29A-03A9-1A26-49160340CF4D}"/>
          </ac:spMkLst>
        </pc:spChg>
        <pc:spChg chg="add mod">
          <ac:chgData name="来宾用户" userId="" providerId="Windows Live" clId="Web-{30EE3683-4462-E551-A70E-AA1D27FEC544}" dt="2025-11-18T08:40:55.120" v="300" actId="1076"/>
          <ac:spMkLst>
            <pc:docMk/>
            <pc:sldMk cId="3826484136" sldId="310"/>
            <ac:spMk id="4" creationId="{BF20B2E7-660B-6059-97D3-829DFECA0B6B}"/>
          </ac:spMkLst>
        </pc:spChg>
        <pc:spChg chg="add mod">
          <ac:chgData name="来宾用户" userId="" providerId="Windows Live" clId="Web-{30EE3683-4462-E551-A70E-AA1D27FEC544}" dt="2025-11-18T08:40:55.198" v="301" actId="1076"/>
          <ac:spMkLst>
            <pc:docMk/>
            <pc:sldMk cId="3826484136" sldId="310"/>
            <ac:spMk id="6" creationId="{F97D7F58-1B60-92B8-28FC-CDEA35B4BB07}"/>
          </ac:spMkLst>
        </pc:spChg>
        <pc:spChg chg="mod">
          <ac:chgData name="来宾用户" userId="" providerId="Windows Live" clId="Web-{30EE3683-4462-E551-A70E-AA1D27FEC544}" dt="2025-11-18T08:17:26.311" v="254" actId="1076"/>
          <ac:spMkLst>
            <pc:docMk/>
            <pc:sldMk cId="3826484136" sldId="310"/>
            <ac:spMk id="8" creationId="{5EBF9CE0-6C37-4D28-E814-FCF8C2F76E72}"/>
          </ac:spMkLst>
        </pc:spChg>
        <pc:picChg chg="add mod">
          <ac:chgData name="来宾用户" userId="" providerId="Windows Live" clId="Web-{30EE3683-4462-E551-A70E-AA1D27FEC544}" dt="2025-11-18T08:40:59.542" v="303" actId="1076"/>
          <ac:picMkLst>
            <pc:docMk/>
            <pc:sldMk cId="3826484136" sldId="310"/>
            <ac:picMk id="2" creationId="{160A2795-181E-95E4-71D5-0F8093284B5E}"/>
          </ac:picMkLst>
        </pc:picChg>
      </pc:sldChg>
    </pc:docChg>
  </pc:docChgLst>
  <pc:docChgLst>
    <pc:chgData name="来宾用户" providerId="Windows Live" clId="Web-{A5903B6B-15D0-1DAE-A40C-ECD955CFDBE2}"/>
    <pc:docChg chg="delSld modSld">
      <pc:chgData name="来宾用户" userId="" providerId="Windows Live" clId="Web-{A5903B6B-15D0-1DAE-A40C-ECD955CFDBE2}" dt="2025-11-19T05:27:15.314" v="103" actId="20577"/>
      <pc:docMkLst>
        <pc:docMk/>
      </pc:docMkLst>
      <pc:sldChg chg="modSp">
        <pc:chgData name="来宾用户" userId="" providerId="Windows Live" clId="Web-{A5903B6B-15D0-1DAE-A40C-ECD955CFDBE2}" dt="2025-11-19T04:23:24.275" v="34" actId="20577"/>
        <pc:sldMkLst>
          <pc:docMk/>
          <pc:sldMk cId="1854057376" sldId="309"/>
        </pc:sldMkLst>
        <pc:spChg chg="mod">
          <ac:chgData name="来宾用户" userId="" providerId="Windows Live" clId="Web-{A5903B6B-15D0-1DAE-A40C-ECD955CFDBE2}" dt="2025-11-19T04:23:24.275" v="34" actId="20577"/>
          <ac:spMkLst>
            <pc:docMk/>
            <pc:sldMk cId="1854057376" sldId="309"/>
            <ac:spMk id="4" creationId="{2B261A62-2613-AD28-593B-CEDA9B4405D6}"/>
          </ac:spMkLst>
        </pc:spChg>
      </pc:sldChg>
      <pc:sldChg chg="modSp">
        <pc:chgData name="来宾用户" userId="" providerId="Windows Live" clId="Web-{A5903B6B-15D0-1DAE-A40C-ECD955CFDBE2}" dt="2025-11-19T05:08:23.672" v="102" actId="20577"/>
        <pc:sldMkLst>
          <pc:docMk/>
          <pc:sldMk cId="3826484136" sldId="310"/>
        </pc:sldMkLst>
        <pc:spChg chg="mod">
          <ac:chgData name="来宾用户" userId="" providerId="Windows Live" clId="Web-{A5903B6B-15D0-1DAE-A40C-ECD955CFDBE2}" dt="2025-11-19T05:08:23.672" v="102" actId="20577"/>
          <ac:spMkLst>
            <pc:docMk/>
            <pc:sldMk cId="3826484136" sldId="310"/>
            <ac:spMk id="3" creationId="{D7DF4A13-D29A-03A9-1A26-49160340CF4D}"/>
          </ac:spMkLst>
        </pc:spChg>
      </pc:sldChg>
      <pc:sldChg chg="addSp delSp modSp">
        <pc:chgData name="来宾用户" userId="" providerId="Windows Live" clId="Web-{A5903B6B-15D0-1DAE-A40C-ECD955CFDBE2}" dt="2025-11-19T05:07:02.822" v="94"/>
        <pc:sldMkLst>
          <pc:docMk/>
          <pc:sldMk cId="3994116165" sldId="311"/>
        </pc:sldMkLst>
        <pc:spChg chg="add del mod">
          <ac:chgData name="来宾用户" userId="" providerId="Windows Live" clId="Web-{A5903B6B-15D0-1DAE-A40C-ECD955CFDBE2}" dt="2025-11-19T05:07:02.822" v="94"/>
          <ac:spMkLst>
            <pc:docMk/>
            <pc:sldMk cId="3994116165" sldId="311"/>
            <ac:spMk id="10" creationId="{7DFA9963-E6CD-8BCB-CA4C-A4C7D58E8EBE}"/>
          </ac:spMkLst>
        </pc:spChg>
        <pc:spChg chg="mod">
          <ac:chgData name="来宾用户" userId="" providerId="Windows Live" clId="Web-{A5903B6B-15D0-1DAE-A40C-ECD955CFDBE2}" dt="2025-11-19T04:03:21.992" v="0" actId="20577"/>
          <ac:spMkLst>
            <pc:docMk/>
            <pc:sldMk cId="3994116165" sldId="311"/>
            <ac:spMk id="13" creationId="{E704A6AF-2181-8BFD-3472-2B0186917024}"/>
          </ac:spMkLst>
        </pc:spChg>
        <pc:picChg chg="add del mod">
          <ac:chgData name="来宾用户" userId="" providerId="Windows Live" clId="Web-{A5903B6B-15D0-1DAE-A40C-ECD955CFDBE2}" dt="2025-11-19T04:38:00.554" v="86"/>
          <ac:picMkLst>
            <pc:docMk/>
            <pc:sldMk cId="3994116165" sldId="311"/>
            <ac:picMk id="2" creationId="{41588598-2FD8-B7D4-B832-1FF714C4A283}"/>
          </ac:picMkLst>
        </pc:picChg>
      </pc:sldChg>
      <pc:sldChg chg="addSp delSp modSp">
        <pc:chgData name="来宾用户" userId="" providerId="Windows Live" clId="Web-{A5903B6B-15D0-1DAE-A40C-ECD955CFDBE2}" dt="2025-11-19T05:07:18.558" v="99"/>
        <pc:sldMkLst>
          <pc:docMk/>
          <pc:sldMk cId="1995288309" sldId="312"/>
        </pc:sldMkLst>
        <pc:spChg chg="add del mod">
          <ac:chgData name="来宾用户" userId="" providerId="Windows Live" clId="Web-{A5903B6B-15D0-1DAE-A40C-ECD955CFDBE2}" dt="2025-11-19T04:30:45.419" v="72"/>
          <ac:spMkLst>
            <pc:docMk/>
            <pc:sldMk cId="1995288309" sldId="312"/>
            <ac:spMk id="11" creationId="{9EE510CD-AD35-8CA1-9395-60CD3B85B204}"/>
          </ac:spMkLst>
        </pc:spChg>
        <pc:spChg chg="mod">
          <ac:chgData name="来宾用户" userId="" providerId="Windows Live" clId="Web-{A5903B6B-15D0-1DAE-A40C-ECD955CFDBE2}" dt="2025-11-19T04:30:05.668" v="38" actId="1076"/>
          <ac:spMkLst>
            <pc:docMk/>
            <pc:sldMk cId="1995288309" sldId="312"/>
            <ac:spMk id="26" creationId="{7099D23B-A525-CAB4-F3D7-B3A053339585}"/>
          </ac:spMkLst>
        </pc:spChg>
        <pc:spChg chg="mod">
          <ac:chgData name="来宾用户" userId="" providerId="Windows Live" clId="Web-{A5903B6B-15D0-1DAE-A40C-ECD955CFDBE2}" dt="2025-11-19T04:30:05.668" v="37" actId="1076"/>
          <ac:spMkLst>
            <pc:docMk/>
            <pc:sldMk cId="1995288309" sldId="312"/>
            <ac:spMk id="29" creationId="{7F6FD32D-E83A-256D-20BC-758AA3958D3E}"/>
          </ac:spMkLst>
        </pc:spChg>
        <pc:spChg chg="add del mod">
          <ac:chgData name="来宾用户" userId="" providerId="Windows Live" clId="Web-{A5903B6B-15D0-1DAE-A40C-ECD955CFDBE2}" dt="2025-11-19T04:30:23.434" v="59"/>
          <ac:spMkLst>
            <pc:docMk/>
            <pc:sldMk cId="1995288309" sldId="312"/>
            <ac:spMk id="35" creationId="{4823D174-6C99-4D3D-5EF5-031DF6248E55}"/>
          </ac:spMkLst>
        </pc:spChg>
        <pc:spChg chg="add del mod">
          <ac:chgData name="来宾用户" userId="" providerId="Windows Live" clId="Web-{A5903B6B-15D0-1DAE-A40C-ECD955CFDBE2}" dt="2025-11-19T04:30:25.168" v="61"/>
          <ac:spMkLst>
            <pc:docMk/>
            <pc:sldMk cId="1995288309" sldId="312"/>
            <ac:spMk id="36" creationId="{11C39BC1-068F-928C-E6FE-95D37FA41377}"/>
          </ac:spMkLst>
        </pc:spChg>
        <pc:spChg chg="add del mod">
          <ac:chgData name="来宾用户" userId="" providerId="Windows Live" clId="Web-{A5903B6B-15D0-1DAE-A40C-ECD955CFDBE2}" dt="2025-11-19T04:30:43.544" v="71"/>
          <ac:spMkLst>
            <pc:docMk/>
            <pc:sldMk cId="1995288309" sldId="312"/>
            <ac:spMk id="44" creationId="{0C52B245-3046-94DE-CA90-EFA497FE8C0E}"/>
          </ac:spMkLst>
        </pc:spChg>
        <pc:spChg chg="add del mod">
          <ac:chgData name="来宾用户" userId="" providerId="Windows Live" clId="Web-{A5903B6B-15D0-1DAE-A40C-ECD955CFDBE2}" dt="2025-11-19T04:30:31.950" v="64"/>
          <ac:spMkLst>
            <pc:docMk/>
            <pc:sldMk cId="1995288309" sldId="312"/>
            <ac:spMk id="45" creationId="{918729B1-68F4-2895-9310-0B9F3F7CA786}"/>
          </ac:spMkLst>
        </pc:spChg>
        <pc:spChg chg="add del mod">
          <ac:chgData name="来宾用户" userId="" providerId="Windows Live" clId="Web-{A5903B6B-15D0-1DAE-A40C-ECD955CFDBE2}" dt="2025-11-19T04:30:30.528" v="62"/>
          <ac:spMkLst>
            <pc:docMk/>
            <pc:sldMk cId="1995288309" sldId="312"/>
            <ac:spMk id="46" creationId="{A9593400-F69E-4278-7C11-D2E6780855E8}"/>
          </ac:spMkLst>
        </pc:spChg>
        <pc:spChg chg="add del mod">
          <ac:chgData name="来宾用户" userId="" providerId="Windows Live" clId="Web-{A5903B6B-15D0-1DAE-A40C-ECD955CFDBE2}" dt="2025-11-19T04:30:31.168" v="63"/>
          <ac:spMkLst>
            <pc:docMk/>
            <pc:sldMk cId="1995288309" sldId="312"/>
            <ac:spMk id="47" creationId="{E3C1F743-6FE4-A792-8DA0-F24C7C656CD0}"/>
          </ac:spMkLst>
        </pc:spChg>
        <pc:spChg chg="add del mod ord">
          <ac:chgData name="来宾用户" userId="" providerId="Windows Live" clId="Web-{A5903B6B-15D0-1DAE-A40C-ECD955CFDBE2}" dt="2025-11-19T05:07:15.495" v="96"/>
          <ac:spMkLst>
            <pc:docMk/>
            <pc:sldMk cId="1995288309" sldId="312"/>
            <ac:spMk id="48" creationId="{3273BEB2-1404-794A-D27B-689AC80B3091}"/>
          </ac:spMkLst>
        </pc:spChg>
        <pc:spChg chg="add del mod">
          <ac:chgData name="来宾用户" userId="" providerId="Windows Live" clId="Web-{A5903B6B-15D0-1DAE-A40C-ECD955CFDBE2}" dt="2025-11-19T05:07:07.776" v="95"/>
          <ac:spMkLst>
            <pc:docMk/>
            <pc:sldMk cId="1995288309" sldId="312"/>
            <ac:spMk id="49" creationId="{3353CA41-2CB0-46B4-1910-263533FB25AA}"/>
          </ac:spMkLst>
        </pc:spChg>
        <pc:grpChg chg="add del mod">
          <ac:chgData name="来宾用户" userId="" providerId="Windows Live" clId="Web-{A5903B6B-15D0-1DAE-A40C-ECD955CFDBE2}" dt="2025-11-19T05:07:18.558" v="99"/>
          <ac:grpSpMkLst>
            <pc:docMk/>
            <pc:sldMk cId="1995288309" sldId="312"/>
            <ac:grpSpMk id="5" creationId="{282734CB-6E14-11B0-3D6E-80888EED526C}"/>
          </ac:grpSpMkLst>
        </pc:grpChg>
        <pc:grpChg chg="add del mod">
          <ac:chgData name="来宾用户" userId="" providerId="Windows Live" clId="Web-{A5903B6B-15D0-1DAE-A40C-ECD955CFDBE2}" dt="2025-11-19T05:07:18.558" v="98"/>
          <ac:grpSpMkLst>
            <pc:docMk/>
            <pc:sldMk cId="1995288309" sldId="312"/>
            <ac:grpSpMk id="13" creationId="{80A31CCC-92B9-1442-F59B-B966DAC2AB2A}"/>
          </ac:grpSpMkLst>
        </pc:grpChg>
        <pc:grpChg chg="add del mod">
          <ac:chgData name="来宾用户" userId="" providerId="Windows Live" clId="Web-{A5903B6B-15D0-1DAE-A40C-ECD955CFDBE2}" dt="2025-11-19T05:07:18.558" v="97"/>
          <ac:grpSpMkLst>
            <pc:docMk/>
            <pc:sldMk cId="1995288309" sldId="312"/>
            <ac:grpSpMk id="37" creationId="{4A53D441-EC1D-77F0-77F9-1086CDF6142F}"/>
          </ac:grpSpMkLst>
        </pc:grpChg>
      </pc:sldChg>
      <pc:sldChg chg="modSp">
        <pc:chgData name="来宾用户" userId="" providerId="Windows Live" clId="Web-{A5903B6B-15D0-1DAE-A40C-ECD955CFDBE2}" dt="2025-11-19T05:27:15.314" v="103" actId="20577"/>
        <pc:sldMkLst>
          <pc:docMk/>
          <pc:sldMk cId="3608542772" sldId="314"/>
        </pc:sldMkLst>
        <pc:spChg chg="mod">
          <ac:chgData name="来宾用户" userId="" providerId="Windows Live" clId="Web-{A5903B6B-15D0-1DAE-A40C-ECD955CFDBE2}" dt="2025-11-19T05:27:15.314" v="103" actId="20577"/>
          <ac:spMkLst>
            <pc:docMk/>
            <pc:sldMk cId="3608542772" sldId="314"/>
            <ac:spMk id="11" creationId="{DB6A1212-B4E6-2945-57DB-03B5AF81347F}"/>
          </ac:spMkLst>
        </pc:spChg>
      </pc:sldChg>
      <pc:sldChg chg="del">
        <pc:chgData name="来宾用户" userId="" providerId="Windows Live" clId="Web-{A5903B6B-15D0-1DAE-A40C-ECD955CFDBE2}" dt="2025-11-19T05:07:33.403" v="100"/>
        <pc:sldMkLst>
          <pc:docMk/>
          <pc:sldMk cId="1962514570" sldId="31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0C3EBB-2DB7-E94B-9973-38DC84548DA4}"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5AAE2-4D28-F048-968E-D96F6F5B003A}" type="slidenum">
              <a:rPr lang="en-US" smtClean="0"/>
              <a:t>‹#›</a:t>
            </a:fld>
            <a:endParaRPr lang="en-US"/>
          </a:p>
        </p:txBody>
      </p:sp>
    </p:spTree>
    <p:extLst>
      <p:ext uri="{BB962C8B-B14F-4D97-AF65-F5344CB8AC3E}">
        <p14:creationId xmlns:p14="http://schemas.microsoft.com/office/powerpoint/2010/main" val="4202906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5B5AAE2-4D28-F048-968E-D96F6F5B003A}" type="slidenum">
              <a:rPr lang="en-US" smtClean="0"/>
              <a:t>1</a:t>
            </a:fld>
            <a:endParaRPr lang="en-US"/>
          </a:p>
        </p:txBody>
      </p:sp>
    </p:spTree>
    <p:extLst>
      <p:ext uri="{BB962C8B-B14F-4D97-AF65-F5344CB8AC3E}">
        <p14:creationId xmlns:p14="http://schemas.microsoft.com/office/powerpoint/2010/main" val="1249435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a:t>
            </a:r>
            <a:r>
              <a:rPr lang="zh-CN" altLang="en-US"/>
              <a:t> </a:t>
            </a:r>
            <a:r>
              <a:rPr lang="en-US" altLang="zh-CN" err="1"/>
              <a:t>bg</a:t>
            </a:r>
            <a:r>
              <a:rPr lang="zh-CN" altLang="en-US"/>
              <a:t> </a:t>
            </a:r>
            <a:r>
              <a:rPr lang="en-US" altLang="zh-CN"/>
              <a:t>system</a:t>
            </a:r>
            <a:r>
              <a:rPr lang="zh-CN" altLang="en-US"/>
              <a:t> </a:t>
            </a:r>
            <a:r>
              <a:rPr lang="en-US" altLang="zh-CN"/>
              <a:t>is for general overall space control</a:t>
            </a:r>
          </a:p>
          <a:p>
            <a:r>
              <a:rPr lang="en-US"/>
              <a:t>PECS, that is .., like – </a:t>
            </a:r>
            <a:r>
              <a:rPr lang="en-US" altLang="zh-CN"/>
              <a:t>desk fan, task light – is for micro-environment control of individuals – a question of how to balance using them</a:t>
            </a:r>
          </a:p>
          <a:p>
            <a:endParaRPr lang="en-US"/>
          </a:p>
          <a:p>
            <a:r>
              <a:rPr lang="en-US"/>
              <a:t>Meanwhile people come and leave the space, so we </a:t>
            </a:r>
            <a:r>
              <a:rPr lang="en-US" err="1"/>
              <a:t>wanna</a:t>
            </a:r>
            <a:r>
              <a:rPr lang="en-US"/>
              <a:t> explore a dynamic controlling strategy by simulation that if there’s a way to maintain visual light comfort and save energy consumption while occupancy condition keeps changing</a:t>
            </a:r>
          </a:p>
        </p:txBody>
      </p:sp>
      <p:sp>
        <p:nvSpPr>
          <p:cNvPr id="4" name="Slide Number Placeholder 3"/>
          <p:cNvSpPr>
            <a:spLocks noGrp="1"/>
          </p:cNvSpPr>
          <p:nvPr>
            <p:ph type="sldNum" sz="quarter" idx="5"/>
          </p:nvPr>
        </p:nvSpPr>
        <p:spPr/>
        <p:txBody>
          <a:bodyPr/>
          <a:lstStyle/>
          <a:p>
            <a:fld id="{05B5AAE2-4D28-F048-968E-D96F6F5B003A}" type="slidenum">
              <a:rPr lang="en-US" smtClean="0"/>
              <a:t>3</a:t>
            </a:fld>
            <a:endParaRPr lang="en-US"/>
          </a:p>
        </p:txBody>
      </p:sp>
    </p:spTree>
    <p:extLst>
      <p:ext uri="{BB962C8B-B14F-4D97-AF65-F5344CB8AC3E}">
        <p14:creationId xmlns:p14="http://schemas.microsoft.com/office/powerpoint/2010/main" val="3836804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05B5AAE2-4D28-F048-968E-D96F6F5B003A}" type="slidenum">
              <a:rPr lang="en-US" smtClean="0"/>
              <a:t>5</a:t>
            </a:fld>
            <a:endParaRPr lang="en-US"/>
          </a:p>
        </p:txBody>
      </p:sp>
    </p:spTree>
    <p:extLst>
      <p:ext uri="{BB962C8B-B14F-4D97-AF65-F5344CB8AC3E}">
        <p14:creationId xmlns:p14="http://schemas.microsoft.com/office/powerpoint/2010/main" val="574112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F4AF-0FCE-7B21-CF73-12A1BDEEC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4F537-7A2B-90CC-0D6F-7552D4339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F28F7-5F47-A20F-104A-E4873A6E159E}"/>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6453AB20-01FF-CBB8-D328-038C4FC40900}"/>
              </a:ext>
            </a:extLst>
          </p:cNvPr>
          <p:cNvSpPr>
            <a:spLocks noGrp="1"/>
          </p:cNvSpPr>
          <p:nvPr>
            <p:ph type="sldNum" sz="quarter" idx="5"/>
          </p:nvPr>
        </p:nvSpPr>
        <p:spPr/>
        <p:txBody>
          <a:bodyPr/>
          <a:lstStyle/>
          <a:p>
            <a:fld id="{05B5AAE2-4D28-F048-968E-D96F6F5B003A}" type="slidenum">
              <a:rPr lang="en-US" smtClean="0"/>
              <a:t>6</a:t>
            </a:fld>
            <a:endParaRPr lang="en-US"/>
          </a:p>
        </p:txBody>
      </p:sp>
    </p:spTree>
    <p:extLst>
      <p:ext uri="{BB962C8B-B14F-4D97-AF65-F5344CB8AC3E}">
        <p14:creationId xmlns:p14="http://schemas.microsoft.com/office/powerpoint/2010/main" val="3173944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8460-B5E4-BBE9-2512-0BBEAE8FB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27965-BD26-2359-8E9E-9966687B9E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C6F7F-9AC7-67FC-5393-09D69F59EDA0}"/>
              </a:ext>
            </a:extLst>
          </p:cNvPr>
          <p:cNvSpPr>
            <a:spLocks noGrp="1"/>
          </p:cNvSpPr>
          <p:nvPr>
            <p:ph type="body" idx="1"/>
          </p:nvPr>
        </p:nvSpPr>
        <p:spPr/>
        <p:txBody>
          <a:bodyPr/>
          <a:lstStyle/>
          <a:p>
            <a:r>
              <a:rPr lang="en-SG"/>
              <a:t>For env input, they are occupancy distribution and 3D space model</a:t>
            </a:r>
          </a:p>
        </p:txBody>
      </p:sp>
      <p:sp>
        <p:nvSpPr>
          <p:cNvPr id="4" name="Slide Number Placeholder 3">
            <a:extLst>
              <a:ext uri="{FF2B5EF4-FFF2-40B4-BE49-F238E27FC236}">
                <a16:creationId xmlns:a16="http://schemas.microsoft.com/office/drawing/2014/main" id="{C7C6F041-5D5D-299E-4065-90BD0DE3E12A}"/>
              </a:ext>
            </a:extLst>
          </p:cNvPr>
          <p:cNvSpPr>
            <a:spLocks noGrp="1"/>
          </p:cNvSpPr>
          <p:nvPr>
            <p:ph type="sldNum" sz="quarter" idx="5"/>
          </p:nvPr>
        </p:nvSpPr>
        <p:spPr/>
        <p:txBody>
          <a:bodyPr/>
          <a:lstStyle/>
          <a:p>
            <a:fld id="{05B5AAE2-4D28-F048-968E-D96F6F5B003A}" type="slidenum">
              <a:rPr lang="en-US" smtClean="0"/>
              <a:t>7</a:t>
            </a:fld>
            <a:endParaRPr lang="en-US"/>
          </a:p>
        </p:txBody>
      </p:sp>
    </p:spTree>
    <p:extLst>
      <p:ext uri="{BB962C8B-B14F-4D97-AF65-F5344CB8AC3E}">
        <p14:creationId xmlns:p14="http://schemas.microsoft.com/office/powerpoint/2010/main" val="748359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CF07F-8AC6-6559-314B-51383919D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CEC72-4F9C-C2CE-5E27-A41A99213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194FB-6639-6B54-989C-0E07904C95B7}"/>
              </a:ext>
            </a:extLst>
          </p:cNvPr>
          <p:cNvSpPr>
            <a:spLocks noGrp="1"/>
          </p:cNvSpPr>
          <p:nvPr>
            <p:ph type="body" idx="1"/>
          </p:nvPr>
        </p:nvSpPr>
        <p:spPr/>
        <p:txBody>
          <a:bodyPr/>
          <a:lstStyle/>
          <a:p>
            <a:r>
              <a:rPr lang="en-SG"/>
              <a:t>And basic layout is like this. U can see the tables, the ceiling lights, and table task lights</a:t>
            </a:r>
          </a:p>
        </p:txBody>
      </p:sp>
      <p:sp>
        <p:nvSpPr>
          <p:cNvPr id="4" name="Slide Number Placeholder 3">
            <a:extLst>
              <a:ext uri="{FF2B5EF4-FFF2-40B4-BE49-F238E27FC236}">
                <a16:creationId xmlns:a16="http://schemas.microsoft.com/office/drawing/2014/main" id="{28D68C3D-4FD2-01D4-755A-5774C6A65FE8}"/>
              </a:ext>
            </a:extLst>
          </p:cNvPr>
          <p:cNvSpPr>
            <a:spLocks noGrp="1"/>
          </p:cNvSpPr>
          <p:nvPr>
            <p:ph type="sldNum" sz="quarter" idx="5"/>
          </p:nvPr>
        </p:nvSpPr>
        <p:spPr/>
        <p:txBody>
          <a:bodyPr/>
          <a:lstStyle/>
          <a:p>
            <a:fld id="{05B5AAE2-4D28-F048-968E-D96F6F5B003A}" type="slidenum">
              <a:rPr lang="en-US" smtClean="0"/>
              <a:t>8</a:t>
            </a:fld>
            <a:endParaRPr lang="en-US"/>
          </a:p>
        </p:txBody>
      </p:sp>
    </p:spTree>
    <p:extLst>
      <p:ext uri="{BB962C8B-B14F-4D97-AF65-F5344CB8AC3E}">
        <p14:creationId xmlns:p14="http://schemas.microsoft.com/office/powerpoint/2010/main" val="428424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152DF-76BC-CE95-F807-36D73A4ED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C1A3D-3A69-B47D-CC4A-9D03296A6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A7FAF4-31D2-AE1E-9D2C-FC86DB24725C}"/>
              </a:ext>
            </a:extLst>
          </p:cNvPr>
          <p:cNvSpPr>
            <a:spLocks noGrp="1"/>
          </p:cNvSpPr>
          <p:nvPr>
            <p:ph type="body" idx="1"/>
          </p:nvPr>
        </p:nvSpPr>
        <p:spPr/>
        <p:txBody>
          <a:bodyPr/>
          <a:lstStyle/>
          <a:p>
            <a:r>
              <a:rPr lang="en-SG"/>
              <a:t>For decision variables which we </a:t>
            </a:r>
            <a:r>
              <a:rPr lang="en-SG" err="1"/>
              <a:t>wanna</a:t>
            </a:r>
            <a:r>
              <a:rPr lang="en-SG"/>
              <a:t> find best </a:t>
            </a:r>
            <a:r>
              <a:rPr lang="en-SG" err="1"/>
              <a:t>setings</a:t>
            </a:r>
            <a:r>
              <a:rPr lang="en-SG"/>
              <a:t>, they are the light level of ceiling light and table task light</a:t>
            </a:r>
          </a:p>
          <a:p>
            <a:endParaRPr lang="en-SG"/>
          </a:p>
          <a:p>
            <a:r>
              <a:rPr lang="en-SG"/>
              <a:t>The two types light that we are currently using are both with very low energy standard so we took them as example. All power and lumen data we use for simulation are from official booklet</a:t>
            </a:r>
          </a:p>
        </p:txBody>
      </p:sp>
      <p:sp>
        <p:nvSpPr>
          <p:cNvPr id="4" name="Slide Number Placeholder 3">
            <a:extLst>
              <a:ext uri="{FF2B5EF4-FFF2-40B4-BE49-F238E27FC236}">
                <a16:creationId xmlns:a16="http://schemas.microsoft.com/office/drawing/2014/main" id="{9EA897AA-D7AA-C9BE-35CD-A38C573AB7A3}"/>
              </a:ext>
            </a:extLst>
          </p:cNvPr>
          <p:cNvSpPr>
            <a:spLocks noGrp="1"/>
          </p:cNvSpPr>
          <p:nvPr>
            <p:ph type="sldNum" sz="quarter" idx="5"/>
          </p:nvPr>
        </p:nvSpPr>
        <p:spPr/>
        <p:txBody>
          <a:bodyPr/>
          <a:lstStyle/>
          <a:p>
            <a:fld id="{05B5AAE2-4D28-F048-968E-D96F6F5B003A}" type="slidenum">
              <a:rPr lang="en-US" smtClean="0"/>
              <a:t>9</a:t>
            </a:fld>
            <a:endParaRPr lang="en-US"/>
          </a:p>
        </p:txBody>
      </p:sp>
    </p:spTree>
    <p:extLst>
      <p:ext uri="{BB962C8B-B14F-4D97-AF65-F5344CB8AC3E}">
        <p14:creationId xmlns:p14="http://schemas.microsoft.com/office/powerpoint/2010/main" val="996799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0A7CB-A3B1-D957-BBD4-216D2E372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6C3F8-F890-7E96-94D1-B50B0D2EC5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A5960-C5EF-DE92-BAD8-8D9EA66A5611}"/>
              </a:ext>
            </a:extLst>
          </p:cNvPr>
          <p:cNvSpPr>
            <a:spLocks noGrp="1"/>
          </p:cNvSpPr>
          <p:nvPr>
            <p:ph type="body" idx="1"/>
          </p:nvPr>
        </p:nvSpPr>
        <p:spPr/>
        <p:txBody>
          <a:bodyPr/>
          <a:lstStyle/>
          <a:p>
            <a:r>
              <a:rPr lang="en-SG"/>
              <a:t>So we could put all factors and start simulating</a:t>
            </a:r>
          </a:p>
        </p:txBody>
      </p:sp>
      <p:sp>
        <p:nvSpPr>
          <p:cNvPr id="4" name="Slide Number Placeholder 3">
            <a:extLst>
              <a:ext uri="{FF2B5EF4-FFF2-40B4-BE49-F238E27FC236}">
                <a16:creationId xmlns:a16="http://schemas.microsoft.com/office/drawing/2014/main" id="{709050C1-C46A-E7B9-EEAF-7266138A5C1A}"/>
              </a:ext>
            </a:extLst>
          </p:cNvPr>
          <p:cNvSpPr>
            <a:spLocks noGrp="1"/>
          </p:cNvSpPr>
          <p:nvPr>
            <p:ph type="sldNum" sz="quarter" idx="5"/>
          </p:nvPr>
        </p:nvSpPr>
        <p:spPr/>
        <p:txBody>
          <a:bodyPr/>
          <a:lstStyle/>
          <a:p>
            <a:fld id="{05B5AAE2-4D28-F048-968E-D96F6F5B003A}" type="slidenum">
              <a:rPr lang="en-US" smtClean="0"/>
              <a:t>10</a:t>
            </a:fld>
            <a:endParaRPr lang="en-US"/>
          </a:p>
        </p:txBody>
      </p:sp>
    </p:spTree>
    <p:extLst>
      <p:ext uri="{BB962C8B-B14F-4D97-AF65-F5344CB8AC3E}">
        <p14:creationId xmlns:p14="http://schemas.microsoft.com/office/powerpoint/2010/main" val="10919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64DF-F768-3EDB-1BC5-E90233F53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80D592-E9E0-D5CA-502B-4A0106951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4ECB5D-DECD-516B-F008-679D5D323111}"/>
              </a:ext>
            </a:extLst>
          </p:cNvPr>
          <p:cNvSpPr>
            <a:spLocks noGrp="1"/>
          </p:cNvSpPr>
          <p:nvPr>
            <p:ph type="body" idx="1"/>
          </p:nvPr>
        </p:nvSpPr>
        <p:spPr/>
        <p:txBody>
          <a:bodyPr/>
          <a:lstStyle/>
          <a:p>
            <a:r>
              <a:rPr lang="en-SG"/>
              <a:t>The objective variable that we do optimization based on is the energy consumption and light comfort. Here is how to calculate comfort, the work surface illuminance and uniformity</a:t>
            </a:r>
          </a:p>
        </p:txBody>
      </p:sp>
      <p:sp>
        <p:nvSpPr>
          <p:cNvPr id="4" name="Slide Number Placeholder 3">
            <a:extLst>
              <a:ext uri="{FF2B5EF4-FFF2-40B4-BE49-F238E27FC236}">
                <a16:creationId xmlns:a16="http://schemas.microsoft.com/office/drawing/2014/main" id="{BB1F21DD-B8B3-8D37-C3E9-13D1543E9089}"/>
              </a:ext>
            </a:extLst>
          </p:cNvPr>
          <p:cNvSpPr>
            <a:spLocks noGrp="1"/>
          </p:cNvSpPr>
          <p:nvPr>
            <p:ph type="sldNum" sz="quarter" idx="5"/>
          </p:nvPr>
        </p:nvSpPr>
        <p:spPr/>
        <p:txBody>
          <a:bodyPr/>
          <a:lstStyle/>
          <a:p>
            <a:fld id="{05B5AAE2-4D28-F048-968E-D96F6F5B003A}" type="slidenum">
              <a:rPr lang="en-US" smtClean="0"/>
              <a:t>11</a:t>
            </a:fld>
            <a:endParaRPr lang="en-US"/>
          </a:p>
        </p:txBody>
      </p:sp>
    </p:spTree>
    <p:extLst>
      <p:ext uri="{BB962C8B-B14F-4D97-AF65-F5344CB8AC3E}">
        <p14:creationId xmlns:p14="http://schemas.microsoft.com/office/powerpoint/2010/main" val="3946275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319E8-4074-D298-2FBB-10E4304DCF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595D1-4CE3-C973-F99E-AAFEE2A581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07EF6-E118-F487-AFD1-9AFF2A0424D5}"/>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C6D786A5-1F39-6043-A767-1033AABFC2AC}"/>
              </a:ext>
            </a:extLst>
          </p:cNvPr>
          <p:cNvSpPr>
            <a:spLocks noGrp="1"/>
          </p:cNvSpPr>
          <p:nvPr>
            <p:ph type="sldNum" sz="quarter" idx="5"/>
          </p:nvPr>
        </p:nvSpPr>
        <p:spPr/>
        <p:txBody>
          <a:bodyPr/>
          <a:lstStyle/>
          <a:p>
            <a:fld id="{05B5AAE2-4D28-F048-968E-D96F6F5B003A}" type="slidenum">
              <a:rPr lang="en-US" smtClean="0"/>
              <a:t>12</a:t>
            </a:fld>
            <a:endParaRPr lang="en-US"/>
          </a:p>
        </p:txBody>
      </p:sp>
    </p:spTree>
    <p:extLst>
      <p:ext uri="{BB962C8B-B14F-4D97-AF65-F5344CB8AC3E}">
        <p14:creationId xmlns:p14="http://schemas.microsoft.com/office/powerpoint/2010/main" val="3688429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8019B-4EB8-2488-BE3B-186EBC132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8E0B1-7D3C-1BB8-9B49-8B54E7BB8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3441E1-A555-F37A-BB5B-0D594C5E2CC7}"/>
              </a:ext>
            </a:extLst>
          </p:cNvPr>
          <p:cNvSpPr>
            <a:spLocks noGrp="1"/>
          </p:cNvSpPr>
          <p:nvPr>
            <p:ph type="body" idx="1"/>
          </p:nvPr>
        </p:nvSpPr>
        <p:spPr/>
        <p:txBody>
          <a:bodyPr/>
          <a:lstStyle/>
          <a:p>
            <a:r>
              <a:rPr lang="en-SG"/>
              <a:t>we combine the power with comfort result. The comfort part works as the penalty term, then we get such formulation. Then we use Galapagos in </a:t>
            </a:r>
            <a:r>
              <a:rPr lang="en-SG" err="1"/>
              <a:t>gh</a:t>
            </a:r>
            <a:r>
              <a:rPr lang="en-SG"/>
              <a:t> to minimize the total sum by search the best way of controlling all the lights</a:t>
            </a:r>
          </a:p>
        </p:txBody>
      </p:sp>
      <p:sp>
        <p:nvSpPr>
          <p:cNvPr id="4" name="Slide Number Placeholder 3">
            <a:extLst>
              <a:ext uri="{FF2B5EF4-FFF2-40B4-BE49-F238E27FC236}">
                <a16:creationId xmlns:a16="http://schemas.microsoft.com/office/drawing/2014/main" id="{C1B3F213-7F96-8C78-D2B1-C89A4331EA04}"/>
              </a:ext>
            </a:extLst>
          </p:cNvPr>
          <p:cNvSpPr>
            <a:spLocks noGrp="1"/>
          </p:cNvSpPr>
          <p:nvPr>
            <p:ph type="sldNum" sz="quarter" idx="5"/>
          </p:nvPr>
        </p:nvSpPr>
        <p:spPr/>
        <p:txBody>
          <a:bodyPr/>
          <a:lstStyle/>
          <a:p>
            <a:fld id="{05B5AAE2-4D28-F048-968E-D96F6F5B003A}" type="slidenum">
              <a:rPr lang="en-US" smtClean="0"/>
              <a:t>13</a:t>
            </a:fld>
            <a:endParaRPr lang="en-US"/>
          </a:p>
        </p:txBody>
      </p:sp>
    </p:spTree>
    <p:extLst>
      <p:ext uri="{BB962C8B-B14F-4D97-AF65-F5344CB8AC3E}">
        <p14:creationId xmlns:p14="http://schemas.microsoft.com/office/powerpoint/2010/main" val="2801730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646A-8C1E-5F67-5148-BFCEC0D84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559DA-6315-DCD9-B759-DEBDA22758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7CAB5-57F8-7C31-C2B0-A538B32F16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a:t>S</a:t>
            </a:r>
            <a:r>
              <a:rPr lang="en-US" altLang="zh-CN"/>
              <a:t>o it’s like the ceiling light will affect different and how to arrange them in a better way</a:t>
            </a:r>
            <a:endParaRPr lang="en-SG"/>
          </a:p>
          <a:p>
            <a:endParaRPr lang="en-SG"/>
          </a:p>
          <a:p>
            <a:r>
              <a:rPr lang="en-SG"/>
              <a:t>Then we can results, and output them as one training pair</a:t>
            </a:r>
          </a:p>
        </p:txBody>
      </p:sp>
      <p:sp>
        <p:nvSpPr>
          <p:cNvPr id="4" name="Slide Number Placeholder 3">
            <a:extLst>
              <a:ext uri="{FF2B5EF4-FFF2-40B4-BE49-F238E27FC236}">
                <a16:creationId xmlns:a16="http://schemas.microsoft.com/office/drawing/2014/main" id="{0E37545F-50CB-9182-A2C8-1A239A68FDCB}"/>
              </a:ext>
            </a:extLst>
          </p:cNvPr>
          <p:cNvSpPr>
            <a:spLocks noGrp="1"/>
          </p:cNvSpPr>
          <p:nvPr>
            <p:ph type="sldNum" sz="quarter" idx="5"/>
          </p:nvPr>
        </p:nvSpPr>
        <p:spPr/>
        <p:txBody>
          <a:bodyPr/>
          <a:lstStyle/>
          <a:p>
            <a:fld id="{05B5AAE2-4D28-F048-968E-D96F6F5B003A}" type="slidenum">
              <a:rPr lang="en-US" smtClean="0"/>
              <a:t>14</a:t>
            </a:fld>
            <a:endParaRPr lang="en-US"/>
          </a:p>
        </p:txBody>
      </p:sp>
    </p:spTree>
    <p:extLst>
      <p:ext uri="{BB962C8B-B14F-4D97-AF65-F5344CB8AC3E}">
        <p14:creationId xmlns:p14="http://schemas.microsoft.com/office/powerpoint/2010/main" val="1179792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F216-AF4A-7898-9FA3-377F2D90C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0B7E3-9149-9EBF-8705-B65F309CA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7A92E-463A-D1CC-41EE-03F3EA1B2061}"/>
              </a:ext>
            </a:extLst>
          </p:cNvPr>
          <p:cNvSpPr>
            <a:spLocks noGrp="1"/>
          </p:cNvSpPr>
          <p:nvPr>
            <p:ph type="body" idx="1"/>
          </p:nvPr>
        </p:nvSpPr>
        <p:spPr/>
        <p:txBody>
          <a:bodyPr/>
          <a:lstStyle/>
          <a:p>
            <a:r>
              <a:rPr lang="en-SG"/>
              <a:t>Later we loop the process and get the over 1k training dataset pairs, that are the occupant distribution and the corresponding light control</a:t>
            </a:r>
          </a:p>
        </p:txBody>
      </p:sp>
      <p:sp>
        <p:nvSpPr>
          <p:cNvPr id="4" name="Slide Number Placeholder 3">
            <a:extLst>
              <a:ext uri="{FF2B5EF4-FFF2-40B4-BE49-F238E27FC236}">
                <a16:creationId xmlns:a16="http://schemas.microsoft.com/office/drawing/2014/main" id="{AFEE975E-6C52-F771-1F20-9AA937B297DD}"/>
              </a:ext>
            </a:extLst>
          </p:cNvPr>
          <p:cNvSpPr>
            <a:spLocks noGrp="1"/>
          </p:cNvSpPr>
          <p:nvPr>
            <p:ph type="sldNum" sz="quarter" idx="5"/>
          </p:nvPr>
        </p:nvSpPr>
        <p:spPr/>
        <p:txBody>
          <a:bodyPr/>
          <a:lstStyle/>
          <a:p>
            <a:fld id="{05B5AAE2-4D28-F048-968E-D96F6F5B003A}" type="slidenum">
              <a:rPr lang="en-US" smtClean="0"/>
              <a:t>15</a:t>
            </a:fld>
            <a:endParaRPr lang="en-US"/>
          </a:p>
        </p:txBody>
      </p:sp>
    </p:spTree>
    <p:extLst>
      <p:ext uri="{BB962C8B-B14F-4D97-AF65-F5344CB8AC3E}">
        <p14:creationId xmlns:p14="http://schemas.microsoft.com/office/powerpoint/2010/main" val="11701704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791D-1A22-DB82-7EFA-26F9DC03B8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780F2-2522-21E1-8FD7-E4D60A0FB7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2504A-6677-5693-EA60-05930C10E728}"/>
              </a:ext>
            </a:extLst>
          </p:cNvPr>
          <p:cNvSpPr>
            <a:spLocks noGrp="1"/>
          </p:cNvSpPr>
          <p:nvPr>
            <p:ph type="body" idx="1"/>
          </p:nvPr>
        </p:nvSpPr>
        <p:spPr/>
        <p:txBody>
          <a:bodyPr/>
          <a:lstStyle/>
          <a:p>
            <a:r>
              <a:rPr lang="en-SG"/>
              <a:t>Multimodal deep learning model</a:t>
            </a:r>
          </a:p>
          <a:p>
            <a:r>
              <a:rPr lang="en-SG"/>
              <a:t>Image part: CNN</a:t>
            </a:r>
          </a:p>
          <a:p>
            <a:r>
              <a:rPr lang="en-SG"/>
              <a:t>Tabular part: MLP</a:t>
            </a:r>
          </a:p>
          <a:p>
            <a:r>
              <a:rPr lang="en-SG"/>
              <a:t>Fusion MLP</a:t>
            </a:r>
          </a:p>
        </p:txBody>
      </p:sp>
      <p:sp>
        <p:nvSpPr>
          <p:cNvPr id="4" name="Slide Number Placeholder 3">
            <a:extLst>
              <a:ext uri="{FF2B5EF4-FFF2-40B4-BE49-F238E27FC236}">
                <a16:creationId xmlns:a16="http://schemas.microsoft.com/office/drawing/2014/main" id="{2D44D6FD-1FD9-5B35-B7B9-04224138E1FE}"/>
              </a:ext>
            </a:extLst>
          </p:cNvPr>
          <p:cNvSpPr>
            <a:spLocks noGrp="1"/>
          </p:cNvSpPr>
          <p:nvPr>
            <p:ph type="sldNum" sz="quarter" idx="5"/>
          </p:nvPr>
        </p:nvSpPr>
        <p:spPr/>
        <p:txBody>
          <a:bodyPr/>
          <a:lstStyle/>
          <a:p>
            <a:fld id="{05B5AAE2-4D28-F048-968E-D96F6F5B003A}" type="slidenum">
              <a:rPr lang="en-US" smtClean="0"/>
              <a:t>16</a:t>
            </a:fld>
            <a:endParaRPr lang="en-US"/>
          </a:p>
        </p:txBody>
      </p:sp>
    </p:spTree>
    <p:extLst>
      <p:ext uri="{BB962C8B-B14F-4D97-AF65-F5344CB8AC3E}">
        <p14:creationId xmlns:p14="http://schemas.microsoft.com/office/powerpoint/2010/main" val="723830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04A14-0ADD-0420-F3D7-374DE17DA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C197A-8F59-7B96-596D-E4499DA9B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F49E4-F4B1-5DDD-B119-F8084400843F}"/>
              </a:ext>
            </a:extLst>
          </p:cNvPr>
          <p:cNvSpPr>
            <a:spLocks noGrp="1"/>
          </p:cNvSpPr>
          <p:nvPr>
            <p:ph type="body" idx="1"/>
          </p:nvPr>
        </p:nvSpPr>
        <p:spPr/>
        <p:txBody>
          <a:bodyPr/>
          <a:lstStyle/>
          <a:p>
            <a:r>
              <a:rPr lang="en-SG"/>
              <a:t>3 channels of RGB </a:t>
            </a:r>
          </a:p>
          <a:p>
            <a:r>
              <a:rPr lang="en-SG"/>
              <a:t>Several steps of Conv. &amp; Pooling to 1024 features</a:t>
            </a:r>
          </a:p>
        </p:txBody>
      </p:sp>
      <p:sp>
        <p:nvSpPr>
          <p:cNvPr id="4" name="Slide Number Placeholder 3">
            <a:extLst>
              <a:ext uri="{FF2B5EF4-FFF2-40B4-BE49-F238E27FC236}">
                <a16:creationId xmlns:a16="http://schemas.microsoft.com/office/drawing/2014/main" id="{E9C4DAB3-A769-BCDA-3CE2-F80E47EE94B9}"/>
              </a:ext>
            </a:extLst>
          </p:cNvPr>
          <p:cNvSpPr>
            <a:spLocks noGrp="1"/>
          </p:cNvSpPr>
          <p:nvPr>
            <p:ph type="sldNum" sz="quarter" idx="5"/>
          </p:nvPr>
        </p:nvSpPr>
        <p:spPr/>
        <p:txBody>
          <a:bodyPr/>
          <a:lstStyle/>
          <a:p>
            <a:fld id="{05B5AAE2-4D28-F048-968E-D96F6F5B003A}" type="slidenum">
              <a:rPr lang="en-US" smtClean="0"/>
              <a:t>17</a:t>
            </a:fld>
            <a:endParaRPr lang="en-US"/>
          </a:p>
        </p:txBody>
      </p:sp>
    </p:spTree>
    <p:extLst>
      <p:ext uri="{BB962C8B-B14F-4D97-AF65-F5344CB8AC3E}">
        <p14:creationId xmlns:p14="http://schemas.microsoft.com/office/powerpoint/2010/main" val="3852808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67A4D-F7AC-6CA9-0799-F112F57EA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F1165-EFB0-026F-AD33-94FC64945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BCE2EC-DEE4-85B3-150E-2EAEE778F17B}"/>
              </a:ext>
            </a:extLst>
          </p:cNvPr>
          <p:cNvSpPr>
            <a:spLocks noGrp="1"/>
          </p:cNvSpPr>
          <p:nvPr>
            <p:ph type="body" idx="1"/>
          </p:nvPr>
        </p:nvSpPr>
        <p:spPr/>
        <p:txBody>
          <a:bodyPr/>
          <a:lstStyle/>
          <a:p>
            <a:r>
              <a:rPr lang="en-SG"/>
              <a:t>Tabular data: feature embedding to 64 features</a:t>
            </a:r>
          </a:p>
          <a:p>
            <a:r>
              <a:rPr lang="en-SG"/>
              <a:t>1088 features to MLP</a:t>
            </a:r>
          </a:p>
          <a:p>
            <a:r>
              <a:rPr lang="en-SG"/>
              <a:t>28 outputs</a:t>
            </a:r>
          </a:p>
          <a:p>
            <a:endParaRPr lang="en-SG"/>
          </a:p>
        </p:txBody>
      </p:sp>
      <p:sp>
        <p:nvSpPr>
          <p:cNvPr id="4" name="Slide Number Placeholder 3">
            <a:extLst>
              <a:ext uri="{FF2B5EF4-FFF2-40B4-BE49-F238E27FC236}">
                <a16:creationId xmlns:a16="http://schemas.microsoft.com/office/drawing/2014/main" id="{CFBB472A-1A32-6F12-C82C-5D121D5994D6}"/>
              </a:ext>
            </a:extLst>
          </p:cNvPr>
          <p:cNvSpPr>
            <a:spLocks noGrp="1"/>
          </p:cNvSpPr>
          <p:nvPr>
            <p:ph type="sldNum" sz="quarter" idx="5"/>
          </p:nvPr>
        </p:nvSpPr>
        <p:spPr/>
        <p:txBody>
          <a:bodyPr/>
          <a:lstStyle/>
          <a:p>
            <a:fld id="{05B5AAE2-4D28-F048-968E-D96F6F5B003A}" type="slidenum">
              <a:rPr lang="en-US" smtClean="0"/>
              <a:t>18</a:t>
            </a:fld>
            <a:endParaRPr lang="en-US"/>
          </a:p>
        </p:txBody>
      </p:sp>
    </p:spTree>
    <p:extLst>
      <p:ext uri="{BB962C8B-B14F-4D97-AF65-F5344CB8AC3E}">
        <p14:creationId xmlns:p14="http://schemas.microsoft.com/office/powerpoint/2010/main" val="402380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7D31-97D1-577C-54B7-FFA98119E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083BF-F0C8-1499-F979-1087FFC02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7757A-022E-A70A-4A0D-27042D6BBAE1}"/>
              </a:ext>
            </a:extLst>
          </p:cNvPr>
          <p:cNvSpPr>
            <a:spLocks noGrp="1"/>
          </p:cNvSpPr>
          <p:nvPr>
            <p:ph type="body" idx="1"/>
          </p:nvPr>
        </p:nvSpPr>
        <p:spPr/>
        <p:txBody>
          <a:bodyPr/>
          <a:lstStyle/>
          <a:p>
            <a:r>
              <a:rPr lang="en-SG"/>
              <a:t>Epoch = 300, convergence goes well</a:t>
            </a:r>
          </a:p>
        </p:txBody>
      </p:sp>
      <p:sp>
        <p:nvSpPr>
          <p:cNvPr id="4" name="Slide Number Placeholder 3">
            <a:extLst>
              <a:ext uri="{FF2B5EF4-FFF2-40B4-BE49-F238E27FC236}">
                <a16:creationId xmlns:a16="http://schemas.microsoft.com/office/drawing/2014/main" id="{CFCB34FA-0B1C-FAF5-FE6F-9CFED8C7367A}"/>
              </a:ext>
            </a:extLst>
          </p:cNvPr>
          <p:cNvSpPr>
            <a:spLocks noGrp="1"/>
          </p:cNvSpPr>
          <p:nvPr>
            <p:ph type="sldNum" sz="quarter" idx="5"/>
          </p:nvPr>
        </p:nvSpPr>
        <p:spPr/>
        <p:txBody>
          <a:bodyPr/>
          <a:lstStyle/>
          <a:p>
            <a:fld id="{05B5AAE2-4D28-F048-968E-D96F6F5B003A}" type="slidenum">
              <a:rPr lang="en-US" smtClean="0"/>
              <a:t>19</a:t>
            </a:fld>
            <a:endParaRPr lang="en-US"/>
          </a:p>
        </p:txBody>
      </p:sp>
    </p:spTree>
    <p:extLst>
      <p:ext uri="{BB962C8B-B14F-4D97-AF65-F5344CB8AC3E}">
        <p14:creationId xmlns:p14="http://schemas.microsoft.com/office/powerpoint/2010/main" val="27114034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2BA9D-C141-75F9-97C7-19DDE5C18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48A9A-9C0F-4681-678A-9D7799D71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5F2ED-67C6-EAA0-8040-6C0CEA4CDD7A}"/>
              </a:ext>
            </a:extLst>
          </p:cNvPr>
          <p:cNvSpPr>
            <a:spLocks noGrp="1"/>
          </p:cNvSpPr>
          <p:nvPr>
            <p:ph type="body" idx="1"/>
          </p:nvPr>
        </p:nvSpPr>
        <p:spPr/>
        <p:txBody>
          <a:bodyPr/>
          <a:lstStyle/>
          <a:p>
            <a:r>
              <a:rPr lang="en-SG"/>
              <a:t>Use the actual occupancy data to test the results</a:t>
            </a:r>
          </a:p>
        </p:txBody>
      </p:sp>
      <p:sp>
        <p:nvSpPr>
          <p:cNvPr id="4" name="Slide Number Placeholder 3">
            <a:extLst>
              <a:ext uri="{FF2B5EF4-FFF2-40B4-BE49-F238E27FC236}">
                <a16:creationId xmlns:a16="http://schemas.microsoft.com/office/drawing/2014/main" id="{17A15566-BC0C-093A-BB9B-DC1B473FFBFC}"/>
              </a:ext>
            </a:extLst>
          </p:cNvPr>
          <p:cNvSpPr>
            <a:spLocks noGrp="1"/>
          </p:cNvSpPr>
          <p:nvPr>
            <p:ph type="sldNum" sz="quarter" idx="5"/>
          </p:nvPr>
        </p:nvSpPr>
        <p:spPr/>
        <p:txBody>
          <a:bodyPr/>
          <a:lstStyle/>
          <a:p>
            <a:fld id="{05B5AAE2-4D28-F048-968E-D96F6F5B003A}" type="slidenum">
              <a:rPr lang="en-US" smtClean="0"/>
              <a:t>20</a:t>
            </a:fld>
            <a:endParaRPr lang="en-US"/>
          </a:p>
        </p:txBody>
      </p:sp>
    </p:spTree>
    <p:extLst>
      <p:ext uri="{BB962C8B-B14F-4D97-AF65-F5344CB8AC3E}">
        <p14:creationId xmlns:p14="http://schemas.microsoft.com/office/powerpoint/2010/main" val="3512479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0258-BC3A-318C-AC1C-C87B88056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C9A01-1C8F-520F-5265-8E19F0BBB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6A049-92C9-F7A0-99D2-7AE2773B0EEA}"/>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43CE1667-5D9E-647D-A378-67201321EF97}"/>
              </a:ext>
            </a:extLst>
          </p:cNvPr>
          <p:cNvSpPr>
            <a:spLocks noGrp="1"/>
          </p:cNvSpPr>
          <p:nvPr>
            <p:ph type="sldNum" sz="quarter" idx="5"/>
          </p:nvPr>
        </p:nvSpPr>
        <p:spPr/>
        <p:txBody>
          <a:bodyPr/>
          <a:lstStyle/>
          <a:p>
            <a:fld id="{05B5AAE2-4D28-F048-968E-D96F6F5B003A}" type="slidenum">
              <a:rPr lang="en-US" smtClean="0"/>
              <a:t>22</a:t>
            </a:fld>
            <a:endParaRPr lang="en-US"/>
          </a:p>
        </p:txBody>
      </p:sp>
    </p:spTree>
    <p:extLst>
      <p:ext uri="{BB962C8B-B14F-4D97-AF65-F5344CB8AC3E}">
        <p14:creationId xmlns:p14="http://schemas.microsoft.com/office/powerpoint/2010/main" val="26372357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00270-1938-508C-9AD7-38EFB99D2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3658A7-D666-87CE-A93F-B601BA6014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E7706-52F6-1AE1-8CD5-52A02EEE33CC}"/>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17D81A42-C516-7D43-0AE2-04C3E065573B}"/>
              </a:ext>
            </a:extLst>
          </p:cNvPr>
          <p:cNvSpPr>
            <a:spLocks noGrp="1"/>
          </p:cNvSpPr>
          <p:nvPr>
            <p:ph type="sldNum" sz="quarter" idx="5"/>
          </p:nvPr>
        </p:nvSpPr>
        <p:spPr/>
        <p:txBody>
          <a:bodyPr/>
          <a:lstStyle/>
          <a:p>
            <a:fld id="{05B5AAE2-4D28-F048-968E-D96F6F5B003A}" type="slidenum">
              <a:rPr lang="en-US" smtClean="0"/>
              <a:t>23</a:t>
            </a:fld>
            <a:endParaRPr lang="en-US"/>
          </a:p>
        </p:txBody>
      </p:sp>
    </p:spTree>
    <p:extLst>
      <p:ext uri="{BB962C8B-B14F-4D97-AF65-F5344CB8AC3E}">
        <p14:creationId xmlns:p14="http://schemas.microsoft.com/office/powerpoint/2010/main" val="1993831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04A0-59D2-0252-3E06-FE05A24F3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E8B6D-CA1F-B08A-7B35-565A7B6C5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3D662-52CE-1D01-410A-52696350A8BF}"/>
              </a:ext>
            </a:extLst>
          </p:cNvPr>
          <p:cNvSpPr>
            <a:spLocks noGrp="1"/>
          </p:cNvSpPr>
          <p:nvPr>
            <p:ph type="body" idx="1"/>
          </p:nvPr>
        </p:nvSpPr>
        <p:spPr/>
        <p:txBody>
          <a:bodyPr/>
          <a:lstStyle/>
          <a:p>
            <a:endParaRPr lang="en-SG"/>
          </a:p>
        </p:txBody>
      </p:sp>
      <p:sp>
        <p:nvSpPr>
          <p:cNvPr id="4" name="Slide Number Placeholder 3">
            <a:extLst>
              <a:ext uri="{FF2B5EF4-FFF2-40B4-BE49-F238E27FC236}">
                <a16:creationId xmlns:a16="http://schemas.microsoft.com/office/drawing/2014/main" id="{2A893886-F40A-FA12-4F5D-7F969DB23157}"/>
              </a:ext>
            </a:extLst>
          </p:cNvPr>
          <p:cNvSpPr>
            <a:spLocks noGrp="1"/>
          </p:cNvSpPr>
          <p:nvPr>
            <p:ph type="sldNum" sz="quarter" idx="5"/>
          </p:nvPr>
        </p:nvSpPr>
        <p:spPr/>
        <p:txBody>
          <a:bodyPr/>
          <a:lstStyle/>
          <a:p>
            <a:fld id="{05B5AAE2-4D28-F048-968E-D96F6F5B003A}" type="slidenum">
              <a:rPr lang="en-US" smtClean="0"/>
              <a:t>24</a:t>
            </a:fld>
            <a:endParaRPr lang="en-US"/>
          </a:p>
        </p:txBody>
      </p:sp>
    </p:spTree>
    <p:extLst>
      <p:ext uri="{BB962C8B-B14F-4D97-AF65-F5344CB8AC3E}">
        <p14:creationId xmlns:p14="http://schemas.microsoft.com/office/powerpoint/2010/main" val="3983884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FF320D5-F426-B743-A199-4538B536C98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3203994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FF320D5-F426-B743-A199-4538B536C98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2543152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FF320D5-F426-B743-A199-4538B536C98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3570113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EFF320D5-F426-B743-A199-4538B536C98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3085222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EFF320D5-F426-B743-A199-4538B536C989}"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3608013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EFF320D5-F426-B743-A199-4538B536C989}"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3386766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320D5-F426-B743-A199-4538B536C989}"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168342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FF320D5-F426-B743-A199-4538B536C98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178051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FF320D5-F426-B743-A199-4538B536C989}"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1733610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FF320D5-F426-B743-A199-4538B536C98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19758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FF320D5-F426-B743-A199-4538B536C989}"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538E46-E3F0-874E-AD16-B42FA2DE637A}" type="slidenum">
              <a:rPr lang="en-US" smtClean="0"/>
              <a:t>‹#›</a:t>
            </a:fld>
            <a:endParaRPr lang="en-US"/>
          </a:p>
        </p:txBody>
      </p:sp>
    </p:spTree>
    <p:extLst>
      <p:ext uri="{BB962C8B-B14F-4D97-AF65-F5344CB8AC3E}">
        <p14:creationId xmlns:p14="http://schemas.microsoft.com/office/powerpoint/2010/main" val="628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F320D5-F426-B743-A199-4538B536C989}" type="datetimeFigureOut">
              <a:rPr lang="en-US" smtClean="0"/>
              <a:t>11/19/2025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538E46-E3F0-874E-AD16-B42FA2DE637A}" type="slidenum">
              <a:rPr lang="en-US" smtClean="0"/>
              <a:t>‹#›</a:t>
            </a:fld>
            <a:endParaRPr lang="en-US"/>
          </a:p>
        </p:txBody>
      </p:sp>
    </p:spTree>
    <p:extLst>
      <p:ext uri="{BB962C8B-B14F-4D97-AF65-F5344CB8AC3E}">
        <p14:creationId xmlns:p14="http://schemas.microsoft.com/office/powerpoint/2010/main" val="102415160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6.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jpe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pn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jpeg"/><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5.sv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png"/><Relationship Id="rId4" Type="http://schemas.openxmlformats.org/officeDocument/2006/relationships/hyperlink" Target="https://github.com/ideas-lab-nus/robod/tree/master"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32280A2-3A92-69FC-4741-0300C8FBC822}"/>
              </a:ext>
            </a:extLst>
          </p:cNvPr>
          <p:cNvSpPr txBox="1">
            <a:spLocks/>
          </p:cNvSpPr>
          <p:nvPr/>
        </p:nvSpPr>
        <p:spPr>
          <a:xfrm>
            <a:off x="603115" y="2648607"/>
            <a:ext cx="11059681" cy="183793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lnSpc>
                <a:spcPct val="150000"/>
              </a:lnSpc>
            </a:pPr>
            <a:r>
              <a:rPr lang="en-GB" altLang="zh-CN" sz="2200" i="1" u="sng">
                <a:latin typeface="Verdana Pro Cond Black"/>
              </a:rPr>
              <a:t>The Energy Saving Potential of Balancing PECS and B</a:t>
            </a:r>
            <a:r>
              <a:rPr lang="en-US" altLang="zh-CN" sz="2200" i="1" u="sng" err="1">
                <a:latin typeface="Verdana Pro Cond Black"/>
              </a:rPr>
              <a:t>ackground</a:t>
            </a:r>
            <a:r>
              <a:rPr lang="en-GB" altLang="zh-CN" sz="2200" i="1" u="sng">
                <a:latin typeface="Verdana Pro Cond Black"/>
              </a:rPr>
              <a:t> system on Light under Changing Occupancy </a:t>
            </a:r>
          </a:p>
          <a:p>
            <a:pPr algn="r">
              <a:lnSpc>
                <a:spcPct val="150000"/>
              </a:lnSpc>
            </a:pPr>
            <a:r>
              <a:rPr lang="en-GB" altLang="zh-CN" sz="2200" i="1">
                <a:latin typeface="Verdana Pro Cond Black"/>
              </a:rPr>
              <a:t>– A Case Study on </a:t>
            </a:r>
            <a:r>
              <a:rPr lang="en-GB" altLang="zh-CN" sz="2200" i="1" err="1">
                <a:latin typeface="Verdana Pro Cond Black"/>
              </a:rPr>
              <a:t>BEEHub</a:t>
            </a:r>
            <a:r>
              <a:rPr lang="en-GB" altLang="zh-CN" sz="2200" i="1">
                <a:latin typeface="Verdana Pro Cond Black"/>
              </a:rPr>
              <a:t> Historical Data</a:t>
            </a:r>
          </a:p>
        </p:txBody>
      </p:sp>
      <p:sp>
        <p:nvSpPr>
          <p:cNvPr id="9" name="Content Placeholder 2">
            <a:extLst>
              <a:ext uri="{FF2B5EF4-FFF2-40B4-BE49-F238E27FC236}">
                <a16:creationId xmlns:a16="http://schemas.microsoft.com/office/drawing/2014/main" id="{23AEB31B-0176-3B6C-9C08-AD09256BC32A}"/>
              </a:ext>
            </a:extLst>
          </p:cNvPr>
          <p:cNvSpPr txBox="1">
            <a:spLocks/>
          </p:cNvSpPr>
          <p:nvPr/>
        </p:nvSpPr>
        <p:spPr>
          <a:xfrm>
            <a:off x="4503907" y="4937740"/>
            <a:ext cx="7158890" cy="1112863"/>
          </a:xfrm>
          <a:prstGeom prst="rect">
            <a:avLst/>
          </a:prstGeom>
        </p:spPr>
        <p:txBody>
          <a:bodyPr vert="horz" lIns="91440" tIns="45720" rIns="91440" bIns="45720" rtlCol="0" anchor="t">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CN" sz="1500" i="1">
                <a:latin typeface="Georgia"/>
              </a:rPr>
              <a:t>25Fall BPS5231 AI for Sustainable Building Design</a:t>
            </a:r>
          </a:p>
          <a:p>
            <a:pPr algn="r"/>
            <a:r>
              <a:rPr lang="en-US" altLang="zh-CN" sz="1500" i="1">
                <a:latin typeface="Georgia"/>
              </a:rPr>
              <a:t> </a:t>
            </a:r>
          </a:p>
          <a:p>
            <a:pPr algn="r"/>
            <a:r>
              <a:rPr lang="en-US" altLang="zh-CN" sz="1500">
                <a:latin typeface="Georgia"/>
              </a:rPr>
              <a:t>Kefan Chen, </a:t>
            </a:r>
            <a:r>
              <a:rPr lang="en-US" altLang="zh-CN" sz="1500" err="1">
                <a:latin typeface="Georgia"/>
              </a:rPr>
              <a:t>Guanli</a:t>
            </a:r>
            <a:r>
              <a:rPr lang="en-US" altLang="zh-CN" sz="1500">
                <a:latin typeface="Georgia"/>
              </a:rPr>
              <a:t> Feng</a:t>
            </a:r>
          </a:p>
          <a:p>
            <a:pPr algn="r"/>
            <a:r>
              <a:rPr lang="en-US" altLang="zh-CN" sz="1500">
                <a:latin typeface="Georgia"/>
              </a:rPr>
              <a:t>Nov 19, 2025</a:t>
            </a:r>
          </a:p>
        </p:txBody>
      </p:sp>
    </p:spTree>
    <p:extLst>
      <p:ext uri="{BB962C8B-B14F-4D97-AF65-F5344CB8AC3E}">
        <p14:creationId xmlns:p14="http://schemas.microsoft.com/office/powerpoint/2010/main" val="203662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A90F-4C28-655C-6CF1-2319C954B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CF313-D040-FE81-1DBA-E9795110B11D}"/>
              </a:ext>
            </a:extLst>
          </p:cNvPr>
          <p:cNvSpPr txBox="1">
            <a:spLocks/>
          </p:cNvSpPr>
          <p:nvPr/>
        </p:nvSpPr>
        <p:spPr>
          <a:xfrm>
            <a:off x="801129" y="114789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FF00EE"/>
                </a:solidFill>
                <a:latin typeface="Verdana Pro Cond Black"/>
              </a:rPr>
              <a:t>Problem Description</a:t>
            </a:r>
          </a:p>
        </p:txBody>
      </p:sp>
      <p:sp>
        <p:nvSpPr>
          <p:cNvPr id="3" name="Title 1">
            <a:extLst>
              <a:ext uri="{FF2B5EF4-FFF2-40B4-BE49-F238E27FC236}">
                <a16:creationId xmlns:a16="http://schemas.microsoft.com/office/drawing/2014/main" id="{4F672209-7A65-62E9-489E-FA0974FA6B19}"/>
              </a:ext>
            </a:extLst>
          </p:cNvPr>
          <p:cNvSpPr txBox="1">
            <a:spLocks/>
          </p:cNvSpPr>
          <p:nvPr/>
        </p:nvSpPr>
        <p:spPr>
          <a:xfrm>
            <a:off x="801129" y="2043579"/>
            <a:ext cx="10589742" cy="15826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latin typeface="Verdana Pro Cond Black"/>
              </a:rPr>
              <a:t>Method</a:t>
            </a:r>
            <a:r>
              <a:rPr lang="en-US" altLang="zh-CN" sz="2800" i="1" u="sng">
                <a:latin typeface="Verdana Pro Cond Black"/>
              </a:rPr>
              <a:t>ology</a:t>
            </a:r>
            <a:r>
              <a:rPr lang="en-US" sz="2800" i="1" u="sng">
                <a:latin typeface="Verdana Pro Cond Black"/>
              </a:rPr>
              <a:t> – Optimize control strategy, Create Dataset, Train surrogate model, Apply to physical case</a:t>
            </a:r>
          </a:p>
        </p:txBody>
      </p:sp>
      <p:sp>
        <p:nvSpPr>
          <p:cNvPr id="4" name="Title 1">
            <a:extLst>
              <a:ext uri="{FF2B5EF4-FFF2-40B4-BE49-F238E27FC236}">
                <a16:creationId xmlns:a16="http://schemas.microsoft.com/office/drawing/2014/main" id="{F3F30178-98AC-A33E-CFB8-EB75AA1349D2}"/>
              </a:ext>
            </a:extLst>
          </p:cNvPr>
          <p:cNvSpPr txBox="1">
            <a:spLocks/>
          </p:cNvSpPr>
          <p:nvPr/>
        </p:nvSpPr>
        <p:spPr>
          <a:xfrm>
            <a:off x="801129" y="385934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latin typeface="Verdana Pro Cond Black"/>
              </a:rPr>
              <a:t>Results</a:t>
            </a:r>
          </a:p>
        </p:txBody>
      </p:sp>
    </p:spTree>
    <p:extLst>
      <p:ext uri="{BB962C8B-B14F-4D97-AF65-F5344CB8AC3E}">
        <p14:creationId xmlns:p14="http://schemas.microsoft.com/office/powerpoint/2010/main" val="12753143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2FFAC85-06F4-4054-3249-578A008886AC}"/>
              </a:ext>
            </a:extLst>
          </p:cNvPr>
          <p:cNvPicPr>
            <a:picLocks noChangeAspect="1"/>
          </p:cNvPicPr>
          <p:nvPr/>
        </p:nvPicPr>
        <p:blipFill>
          <a:blip r:embed="rId3"/>
          <a:stretch>
            <a:fillRect/>
          </a:stretch>
        </p:blipFill>
        <p:spPr>
          <a:xfrm>
            <a:off x="7306635" y="3797056"/>
            <a:ext cx="3703870" cy="1404013"/>
          </a:xfrm>
          <a:prstGeom prst="rect">
            <a:avLst/>
          </a:prstGeom>
        </p:spPr>
      </p:pic>
      <p:pic>
        <p:nvPicPr>
          <p:cNvPr id="14" name="图片 13" descr="已生成图片">
            <a:extLst>
              <a:ext uri="{FF2B5EF4-FFF2-40B4-BE49-F238E27FC236}">
                <a16:creationId xmlns:a16="http://schemas.microsoft.com/office/drawing/2014/main" id="{E3BDB5D8-F42B-DE82-A7AA-2CF503356AD1}"/>
              </a:ext>
            </a:extLst>
          </p:cNvPr>
          <p:cNvPicPr>
            <a:picLocks noChangeAspect="1"/>
          </p:cNvPicPr>
          <p:nvPr/>
        </p:nvPicPr>
        <p:blipFill>
          <a:blip r:embed="rId4">
            <a:alphaModFix/>
          </a:blip>
          <a:srcRect l="106" t="1746" r="36" b="3651"/>
          <a:stretch>
            <a:fillRect/>
          </a:stretch>
        </p:blipFill>
        <p:spPr>
          <a:xfrm>
            <a:off x="7296093" y="711808"/>
            <a:ext cx="4294411" cy="2715170"/>
          </a:xfrm>
          <a:prstGeom prst="rect">
            <a:avLst/>
          </a:prstGeom>
        </p:spPr>
      </p:pic>
      <p:sp>
        <p:nvSpPr>
          <p:cNvPr id="3" name="Content Placeholder 2">
            <a:extLst>
              <a:ext uri="{FF2B5EF4-FFF2-40B4-BE49-F238E27FC236}">
                <a16:creationId xmlns:a16="http://schemas.microsoft.com/office/drawing/2014/main" id="{DFFDBFCC-95C9-11F3-3E0E-E2F2D0273708}"/>
              </a:ext>
            </a:extLst>
          </p:cNvPr>
          <p:cNvSpPr>
            <a:spLocks noGrp="1"/>
          </p:cNvSpPr>
          <p:nvPr>
            <p:ph idx="1"/>
          </p:nvPr>
        </p:nvSpPr>
        <p:spPr>
          <a:xfrm>
            <a:off x="644611" y="846995"/>
            <a:ext cx="6387853" cy="5505246"/>
          </a:xfrm>
        </p:spPr>
        <p:txBody>
          <a:bodyPr vert="horz" lIns="91440" tIns="45720" rIns="91440" bIns="45720" rtlCol="0" anchor="t">
            <a:normAutofit/>
          </a:bodyPr>
          <a:lstStyle/>
          <a:p>
            <a:pPr marL="0" indent="0">
              <a:buNone/>
            </a:pPr>
            <a:r>
              <a:rPr lang="en-US" sz="1800" b="1">
                <a:latin typeface="Georgia"/>
              </a:rPr>
              <a:t>Problem Identification</a:t>
            </a:r>
          </a:p>
          <a:p>
            <a:r>
              <a:rPr lang="en-US" sz="1500">
                <a:latin typeface="Georgia"/>
              </a:rPr>
              <a:t>Background system –&gt; </a:t>
            </a:r>
            <a:r>
              <a:rPr lang="en-US" sz="1500" b="1">
                <a:solidFill>
                  <a:srgbClr val="FF00EE"/>
                </a:solidFill>
                <a:latin typeface="Georgia"/>
              </a:rPr>
              <a:t>general space</a:t>
            </a:r>
            <a:r>
              <a:rPr lang="en-US" sz="1500">
                <a:latin typeface="Georgia"/>
              </a:rPr>
              <a:t> control</a:t>
            </a:r>
            <a:br>
              <a:rPr lang="en-US" sz="1500">
                <a:latin typeface="Georgia"/>
              </a:rPr>
            </a:br>
            <a:r>
              <a:rPr lang="en-US" sz="1500">
                <a:latin typeface="Georgia"/>
              </a:rPr>
              <a:t>PECS –&gt; </a:t>
            </a:r>
            <a:r>
              <a:rPr lang="en-US" sz="1500" b="1">
                <a:solidFill>
                  <a:srgbClr val="FF00EE"/>
                </a:solidFill>
                <a:latin typeface="Georgia"/>
              </a:rPr>
              <a:t>micro-environment</a:t>
            </a:r>
            <a:r>
              <a:rPr lang="en-US" sz="1500">
                <a:latin typeface="Georgia"/>
              </a:rPr>
              <a:t> of occupants</a:t>
            </a:r>
            <a:endParaRPr lang="en-US"/>
          </a:p>
          <a:p>
            <a:r>
              <a:rPr lang="en-US" sz="1500">
                <a:latin typeface="Georgia"/>
              </a:rPr>
              <a:t>➡️ And occupants come and leave </a:t>
            </a:r>
            <a:br>
              <a:rPr lang="en-US" sz="1500">
                <a:latin typeface="Georgia"/>
              </a:rPr>
            </a:br>
            <a:r>
              <a:rPr lang="en-US" sz="1500">
                <a:latin typeface="Georgia"/>
              </a:rPr>
              <a:t>➡️ </a:t>
            </a:r>
            <a:r>
              <a:rPr lang="en-US" sz="1500" b="1">
                <a:solidFill>
                  <a:srgbClr val="FF00EE"/>
                </a:solidFill>
                <a:latin typeface="Georgia"/>
              </a:rPr>
              <a:t>controlling strategy -- changing occupancy condition</a:t>
            </a:r>
            <a:r>
              <a:rPr lang="en-US" sz="1500">
                <a:latin typeface="Georgia"/>
              </a:rPr>
              <a:t>? </a:t>
            </a:r>
          </a:p>
          <a:p>
            <a:pPr marL="0" indent="0">
              <a:buNone/>
            </a:pPr>
            <a:r>
              <a:rPr lang="en-US" sz="1800" b="1">
                <a:latin typeface="Georgia"/>
              </a:rPr>
              <a:t>Research Question/Hypothesis</a:t>
            </a:r>
            <a:endParaRPr lang="en-US" sz="1800">
              <a:latin typeface="Georgia"/>
            </a:endParaRPr>
          </a:p>
          <a:p>
            <a:pPr>
              <a:lnSpc>
                <a:spcPct val="80000"/>
              </a:lnSpc>
            </a:pPr>
            <a:r>
              <a:rPr lang="en-US" sz="1500">
                <a:latin typeface="Georgia"/>
              </a:rPr>
              <a:t>1 &gt; </a:t>
            </a:r>
            <a:r>
              <a:rPr lang="en-US" sz="1500" b="1" u="sng">
                <a:solidFill>
                  <a:srgbClr val="000000"/>
                </a:solidFill>
                <a:latin typeface="Georgia"/>
                <a:ea typeface="+mn-lt"/>
                <a:cs typeface="+mn-lt"/>
              </a:rPr>
              <a:t>O</a:t>
            </a:r>
            <a:r>
              <a:rPr lang="en-US" altLang="zh-CN" sz="1500" b="1" u="sng">
                <a:solidFill>
                  <a:srgbClr val="000000"/>
                </a:solidFill>
                <a:latin typeface="Georgia"/>
                <a:ea typeface="+mn-lt"/>
                <a:cs typeface="+mn-lt"/>
              </a:rPr>
              <a:t>ptimization</a:t>
            </a:r>
            <a:r>
              <a:rPr lang="en-US" altLang="zh-CN" sz="1500">
                <a:solidFill>
                  <a:srgbClr val="000000"/>
                </a:solidFill>
                <a:latin typeface="Georgia"/>
                <a:ea typeface="+mn-lt"/>
                <a:cs typeface="+mn-lt"/>
              </a:rPr>
              <a:t> on light control and energy?:</a:t>
            </a:r>
            <a:br>
              <a:rPr lang="en-US" altLang="zh-CN" sz="1500">
                <a:solidFill>
                  <a:srgbClr val="000000"/>
                </a:solidFill>
                <a:latin typeface="Georgia"/>
                <a:ea typeface="+mn-lt"/>
                <a:cs typeface="+mn-lt"/>
              </a:rPr>
            </a:br>
            <a:r>
              <a:rPr lang="en-US" sz="1500" b="1">
                <a:solidFill>
                  <a:srgbClr val="FF00EE"/>
                </a:solidFill>
                <a:latin typeface="Georgia"/>
              </a:rPr>
              <a:t>different occupant distribution</a:t>
            </a:r>
            <a:br>
              <a:rPr lang="en-US" sz="1500" b="1">
                <a:solidFill>
                  <a:srgbClr val="FF00EE"/>
                </a:solidFill>
                <a:latin typeface="Georgia"/>
              </a:rPr>
            </a:br>
            <a:r>
              <a:rPr lang="en-US" sz="1500">
                <a:solidFill>
                  <a:srgbClr val="000000"/>
                </a:solidFill>
                <a:latin typeface="Georgia"/>
              </a:rPr>
              <a:t>Balancing</a:t>
            </a:r>
            <a:r>
              <a:rPr lang="en-US" sz="1500" b="1">
                <a:solidFill>
                  <a:srgbClr val="FF00EE"/>
                </a:solidFill>
                <a:latin typeface="Georgia"/>
              </a:rPr>
              <a:t> PECS </a:t>
            </a:r>
            <a:r>
              <a:rPr lang="en-US" sz="1500">
                <a:solidFill>
                  <a:srgbClr val="000000"/>
                </a:solidFill>
                <a:latin typeface="Georgia"/>
              </a:rPr>
              <a:t>and </a:t>
            </a:r>
            <a:r>
              <a:rPr lang="en-US" sz="1500" b="1">
                <a:solidFill>
                  <a:srgbClr val="FF00EE"/>
                </a:solidFill>
                <a:latin typeface="Georgia"/>
              </a:rPr>
              <a:t>background system</a:t>
            </a:r>
            <a:r>
              <a:rPr lang="en-US" sz="1500">
                <a:solidFill>
                  <a:srgbClr val="000000"/>
                </a:solidFill>
                <a:latin typeface="Georgia"/>
              </a:rPr>
              <a:t> control on </a:t>
            </a:r>
            <a:r>
              <a:rPr lang="en-US" sz="1500" b="1">
                <a:solidFill>
                  <a:srgbClr val="FF00EE"/>
                </a:solidFill>
                <a:latin typeface="Georgia"/>
              </a:rPr>
              <a:t>lighting</a:t>
            </a:r>
            <a:r>
              <a:rPr lang="en-US" sz="1500">
                <a:solidFill>
                  <a:srgbClr val="000000"/>
                </a:solidFill>
                <a:latin typeface="Georgia"/>
              </a:rPr>
              <a:t> </a:t>
            </a:r>
            <a:br>
              <a:rPr lang="en-US" sz="1500">
                <a:solidFill>
                  <a:srgbClr val="000000"/>
                </a:solidFill>
                <a:latin typeface="Georgia"/>
              </a:rPr>
            </a:br>
            <a:r>
              <a:rPr lang="en-US" sz="1500">
                <a:latin typeface="Georgia"/>
              </a:rPr>
              <a:t>➡️ </a:t>
            </a:r>
            <a:r>
              <a:rPr lang="en-US" sz="1500" b="1">
                <a:solidFill>
                  <a:srgbClr val="FF00EE"/>
                </a:solidFill>
                <a:latin typeface="Georgia"/>
              </a:rPr>
              <a:t>visual light comfort</a:t>
            </a:r>
            <a:r>
              <a:rPr lang="en-US" sz="1500">
                <a:solidFill>
                  <a:srgbClr val="000000"/>
                </a:solidFill>
                <a:latin typeface="Georgia"/>
              </a:rPr>
              <a:t> </a:t>
            </a:r>
            <a:br>
              <a:rPr lang="en-US" sz="1500">
                <a:solidFill>
                  <a:srgbClr val="000000"/>
                </a:solidFill>
                <a:latin typeface="Georgia"/>
              </a:rPr>
            </a:br>
            <a:r>
              <a:rPr lang="en-US" sz="1500">
                <a:solidFill>
                  <a:srgbClr val="000000"/>
                </a:solidFill>
                <a:latin typeface="Georgia"/>
              </a:rPr>
              <a:t>⬇️</a:t>
            </a:r>
            <a:r>
              <a:rPr lang="en-US" sz="1500" b="1">
                <a:solidFill>
                  <a:srgbClr val="FF00EE"/>
                </a:solidFill>
                <a:latin typeface="Georgia"/>
              </a:rPr>
              <a:t> lighting energy consumption</a:t>
            </a:r>
            <a:endParaRPr lang="en-US" sz="1500">
              <a:latin typeface="Georgia"/>
            </a:endParaRPr>
          </a:p>
          <a:p>
            <a:r>
              <a:rPr lang="en-US" sz="1500">
                <a:latin typeface="Georgia"/>
              </a:rPr>
              <a:t>2 &gt; </a:t>
            </a:r>
            <a:r>
              <a:rPr lang="en-US" sz="1500" b="1" u="sng">
                <a:latin typeface="Georgia"/>
              </a:rPr>
              <a:t>Case study </a:t>
            </a:r>
            <a:r>
              <a:rPr lang="en-US" sz="1500">
                <a:latin typeface="Georgia"/>
              </a:rPr>
              <a:t>on real occupancy historical data of </a:t>
            </a:r>
            <a:r>
              <a:rPr lang="en-US" sz="1500" b="1" u="sng">
                <a:latin typeface="Georgia"/>
              </a:rPr>
              <a:t>BEE Hub</a:t>
            </a:r>
            <a:r>
              <a:rPr lang="en-US" sz="1500">
                <a:latin typeface="Georgia"/>
              </a:rPr>
              <a:t>:</a:t>
            </a:r>
            <a:br>
              <a:rPr lang="en-US" sz="1500">
                <a:latin typeface="Georgia"/>
              </a:rPr>
            </a:br>
            <a:r>
              <a:rPr lang="en-US" sz="1500">
                <a:latin typeface="Georgia"/>
              </a:rPr>
              <a:t>Could we utilize </a:t>
            </a:r>
            <a:r>
              <a:rPr lang="en-US" sz="1500" b="1">
                <a:solidFill>
                  <a:srgbClr val="FF00EE"/>
                </a:solidFill>
                <a:latin typeface="Georgia"/>
              </a:rPr>
              <a:t>ML tools </a:t>
            </a:r>
            <a:r>
              <a:rPr lang="en-US" sz="1500">
                <a:latin typeface="Georgia"/>
              </a:rPr>
              <a:t>(like surrogate model thinking) to apply such control strategy on different occupant distribution in an </a:t>
            </a:r>
            <a:r>
              <a:rPr lang="en-US" sz="1500" b="1">
                <a:solidFill>
                  <a:srgbClr val="FF00EE"/>
                </a:solidFill>
                <a:latin typeface="Georgia"/>
              </a:rPr>
              <a:t>accurate</a:t>
            </a:r>
            <a:r>
              <a:rPr lang="en-US" sz="1500">
                <a:latin typeface="Georgia"/>
              </a:rPr>
              <a:t> and </a:t>
            </a:r>
            <a:r>
              <a:rPr lang="en-US" sz="1500" b="1">
                <a:solidFill>
                  <a:srgbClr val="FF00EE"/>
                </a:solidFill>
                <a:latin typeface="Georgia"/>
              </a:rPr>
              <a:t>low time-consuming </a:t>
            </a:r>
            <a:r>
              <a:rPr lang="en-US" sz="1500">
                <a:latin typeface="Georgia"/>
              </a:rPr>
              <a:t>way? Then we could combine it with historical occupancy data to visualize its energy saving potential.</a:t>
            </a:r>
          </a:p>
        </p:txBody>
      </p:sp>
      <p:cxnSp>
        <p:nvCxnSpPr>
          <p:cNvPr id="7" name="直接箭头连接符 6">
            <a:extLst>
              <a:ext uri="{FF2B5EF4-FFF2-40B4-BE49-F238E27FC236}">
                <a16:creationId xmlns:a16="http://schemas.microsoft.com/office/drawing/2014/main" id="{5C2FA759-688E-B2A5-620E-763ADA471809}"/>
              </a:ext>
            </a:extLst>
          </p:cNvPr>
          <p:cNvCxnSpPr/>
          <p:nvPr/>
        </p:nvCxnSpPr>
        <p:spPr>
          <a:xfrm>
            <a:off x="7899219" y="1174623"/>
            <a:ext cx="1462117" cy="670720"/>
          </a:xfrm>
          <a:prstGeom prst="straightConnector1">
            <a:avLst/>
          </a:prstGeom>
          <a:ln w="28575">
            <a:solidFill>
              <a:srgbClr val="00D4CD"/>
            </a:solidFill>
          </a:ln>
        </p:spPr>
        <p:style>
          <a:lnRef idx="1">
            <a:schemeClr val="accent5"/>
          </a:lnRef>
          <a:fillRef idx="0">
            <a:schemeClr val="accent5"/>
          </a:fillRef>
          <a:effectRef idx="0">
            <a:schemeClr val="accent5"/>
          </a:effectRef>
          <a:fontRef idx="minor">
            <a:schemeClr val="tx1"/>
          </a:fontRef>
        </p:style>
      </p:cxnSp>
      <p:cxnSp>
        <p:nvCxnSpPr>
          <p:cNvPr id="4" name="直接箭头连接符 3">
            <a:extLst>
              <a:ext uri="{FF2B5EF4-FFF2-40B4-BE49-F238E27FC236}">
                <a16:creationId xmlns:a16="http://schemas.microsoft.com/office/drawing/2014/main" id="{112B169C-4F6D-807F-7213-C8FAF488CDD1}"/>
              </a:ext>
            </a:extLst>
          </p:cNvPr>
          <p:cNvCxnSpPr>
            <a:cxnSpLocks/>
          </p:cNvCxnSpPr>
          <p:nvPr/>
        </p:nvCxnSpPr>
        <p:spPr>
          <a:xfrm flipV="1">
            <a:off x="9925135" y="1142663"/>
            <a:ext cx="1074274" cy="743766"/>
          </a:xfrm>
          <a:prstGeom prst="straightConnector1">
            <a:avLst/>
          </a:prstGeom>
          <a:ln w="28575">
            <a:solidFill>
              <a:srgbClr val="00D4CD"/>
            </a:solidFill>
          </a:ln>
        </p:spPr>
        <p:style>
          <a:lnRef idx="1">
            <a:schemeClr val="accent5"/>
          </a:lnRef>
          <a:fillRef idx="0">
            <a:schemeClr val="accent5"/>
          </a:fillRef>
          <a:effectRef idx="0">
            <a:schemeClr val="accent5"/>
          </a:effectRef>
          <a:fontRef idx="minor">
            <a:schemeClr val="tx1"/>
          </a:fontRef>
        </p:style>
      </p:cxnSp>
      <p:cxnSp>
        <p:nvCxnSpPr>
          <p:cNvPr id="6" name="直接箭头连接符 5">
            <a:extLst>
              <a:ext uri="{FF2B5EF4-FFF2-40B4-BE49-F238E27FC236}">
                <a16:creationId xmlns:a16="http://schemas.microsoft.com/office/drawing/2014/main" id="{61D3FF9E-B93F-B6BD-4C02-0D14CF24FF0F}"/>
              </a:ext>
            </a:extLst>
          </p:cNvPr>
          <p:cNvCxnSpPr>
            <a:cxnSpLocks/>
          </p:cNvCxnSpPr>
          <p:nvPr/>
        </p:nvCxnSpPr>
        <p:spPr>
          <a:xfrm flipV="1">
            <a:off x="10372296" y="2151059"/>
            <a:ext cx="303146" cy="406116"/>
          </a:xfrm>
          <a:prstGeom prst="straightConnector1">
            <a:avLst/>
          </a:prstGeom>
          <a:ln w="28575">
            <a:solidFill>
              <a:srgbClr val="FF00EE"/>
            </a:solidFill>
          </a:ln>
        </p:spPr>
        <p:style>
          <a:lnRef idx="1">
            <a:schemeClr val="accent5"/>
          </a:lnRef>
          <a:fillRef idx="0">
            <a:schemeClr val="accent5"/>
          </a:fillRef>
          <a:effectRef idx="0">
            <a:schemeClr val="accent5"/>
          </a:effectRef>
          <a:fontRef idx="minor">
            <a:schemeClr val="tx1"/>
          </a:fontRef>
        </p:style>
      </p:cxnSp>
      <p:sp>
        <p:nvSpPr>
          <p:cNvPr id="12" name="文本框 11">
            <a:extLst>
              <a:ext uri="{FF2B5EF4-FFF2-40B4-BE49-F238E27FC236}">
                <a16:creationId xmlns:a16="http://schemas.microsoft.com/office/drawing/2014/main" id="{002AB3EB-9314-5CC8-D302-5D450BB3024A}"/>
              </a:ext>
            </a:extLst>
          </p:cNvPr>
          <p:cNvSpPr txBox="1"/>
          <p:nvPr/>
        </p:nvSpPr>
        <p:spPr>
          <a:xfrm>
            <a:off x="7296036" y="6013687"/>
            <a:ext cx="429822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GB" altLang="zh-CN" sz="800" i="1">
                <a:latin typeface="Aptos Light"/>
                <a:ea typeface="等线"/>
              </a:rPr>
              <a:t>Tekler, Z.D., Ono, E., Peng, Y. et al. ROBOD, room-level occupancy and building operation dataset. Build. Simul. 15, 2127–2137 (2022). https://doi.org/10.1007/s12273-022-0925-9</a:t>
            </a:r>
            <a:endParaRPr lang="zh-CN" altLang="en-US" sz="800">
              <a:ea typeface="等线"/>
            </a:endParaRPr>
          </a:p>
        </p:txBody>
      </p:sp>
      <p:cxnSp>
        <p:nvCxnSpPr>
          <p:cNvPr id="15" name="直接箭头连接符 14">
            <a:extLst>
              <a:ext uri="{FF2B5EF4-FFF2-40B4-BE49-F238E27FC236}">
                <a16:creationId xmlns:a16="http://schemas.microsoft.com/office/drawing/2014/main" id="{A3E59054-D2D0-EF07-60E9-2818FC25E771}"/>
              </a:ext>
            </a:extLst>
          </p:cNvPr>
          <p:cNvCxnSpPr>
            <a:cxnSpLocks/>
          </p:cNvCxnSpPr>
          <p:nvPr/>
        </p:nvCxnSpPr>
        <p:spPr>
          <a:xfrm flipH="1" flipV="1">
            <a:off x="8498950" y="2100865"/>
            <a:ext cx="121199" cy="155159"/>
          </a:xfrm>
          <a:prstGeom prst="straightConnector1">
            <a:avLst/>
          </a:prstGeom>
          <a:ln w="28575">
            <a:solidFill>
              <a:srgbClr val="FF00EE"/>
            </a:solidFill>
          </a:ln>
        </p:spPr>
        <p:style>
          <a:lnRef idx="1">
            <a:schemeClr val="accent5"/>
          </a:lnRef>
          <a:fillRef idx="0">
            <a:schemeClr val="accent5"/>
          </a:fillRef>
          <a:effectRef idx="0">
            <a:schemeClr val="accent5"/>
          </a:effectRef>
          <a:fontRef idx="minor">
            <a:schemeClr val="tx1"/>
          </a:fontRef>
        </p:style>
      </p:cxnSp>
      <p:cxnSp>
        <p:nvCxnSpPr>
          <p:cNvPr id="16" name="直接箭头连接符 15">
            <a:extLst>
              <a:ext uri="{FF2B5EF4-FFF2-40B4-BE49-F238E27FC236}">
                <a16:creationId xmlns:a16="http://schemas.microsoft.com/office/drawing/2014/main" id="{3D7A77E4-FD64-A423-9493-168C48F22EA0}"/>
              </a:ext>
            </a:extLst>
          </p:cNvPr>
          <p:cNvCxnSpPr>
            <a:cxnSpLocks/>
          </p:cNvCxnSpPr>
          <p:nvPr/>
        </p:nvCxnSpPr>
        <p:spPr>
          <a:xfrm flipV="1">
            <a:off x="9158570" y="2105431"/>
            <a:ext cx="93254" cy="136906"/>
          </a:xfrm>
          <a:prstGeom prst="straightConnector1">
            <a:avLst/>
          </a:prstGeom>
          <a:ln w="28575">
            <a:solidFill>
              <a:srgbClr val="FF00EE"/>
            </a:solidFill>
          </a:ln>
        </p:spPr>
        <p:style>
          <a:lnRef idx="1">
            <a:schemeClr val="accent5"/>
          </a:lnRef>
          <a:fillRef idx="0">
            <a:schemeClr val="accent5"/>
          </a:fillRef>
          <a:effectRef idx="0">
            <a:schemeClr val="accent5"/>
          </a:effectRef>
          <a:fontRef idx="minor">
            <a:schemeClr val="tx1"/>
          </a:fontRef>
        </p:style>
      </p:cxnSp>
      <p:cxnSp>
        <p:nvCxnSpPr>
          <p:cNvPr id="5" name="直接箭头连接符 4">
            <a:extLst>
              <a:ext uri="{FF2B5EF4-FFF2-40B4-BE49-F238E27FC236}">
                <a16:creationId xmlns:a16="http://schemas.microsoft.com/office/drawing/2014/main" id="{479A9ACE-3BC1-817B-093F-425AE391DB88}"/>
              </a:ext>
            </a:extLst>
          </p:cNvPr>
          <p:cNvCxnSpPr>
            <a:cxnSpLocks/>
          </p:cNvCxnSpPr>
          <p:nvPr/>
        </p:nvCxnSpPr>
        <p:spPr>
          <a:xfrm flipV="1">
            <a:off x="10194345" y="1516817"/>
            <a:ext cx="1284165" cy="369612"/>
          </a:xfrm>
          <a:prstGeom prst="straightConnector1">
            <a:avLst/>
          </a:prstGeom>
          <a:ln w="28575">
            <a:solidFill>
              <a:srgbClr val="00D4CD"/>
            </a:solidFill>
          </a:ln>
        </p:spPr>
        <p:style>
          <a:lnRef idx="1">
            <a:schemeClr val="accent5"/>
          </a:lnRef>
          <a:fillRef idx="0">
            <a:schemeClr val="accent5"/>
          </a:fillRef>
          <a:effectRef idx="0">
            <a:schemeClr val="accent5"/>
          </a:effectRef>
          <a:fontRef idx="minor">
            <a:schemeClr val="tx1"/>
          </a:fontRef>
        </p:style>
      </p:cxnSp>
      <p:sp>
        <p:nvSpPr>
          <p:cNvPr id="8" name="文本框 7">
            <a:extLst>
              <a:ext uri="{FF2B5EF4-FFF2-40B4-BE49-F238E27FC236}">
                <a16:creationId xmlns:a16="http://schemas.microsoft.com/office/drawing/2014/main" id="{68A7B0C1-912D-E1D7-D382-50C31FA391CF}"/>
              </a:ext>
            </a:extLst>
          </p:cNvPr>
          <p:cNvSpPr txBox="1"/>
          <p:nvPr/>
        </p:nvSpPr>
        <p:spPr>
          <a:xfrm>
            <a:off x="7296036" y="3428999"/>
            <a:ext cx="4298227" cy="2154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ltLang="zh-CN" sz="800" i="1">
                <a:latin typeface="Aptos Light"/>
                <a:ea typeface="等线"/>
              </a:rPr>
              <a:t>GPT5-generated diagram</a:t>
            </a:r>
            <a:endParaRPr lang="zh-CN"/>
          </a:p>
        </p:txBody>
      </p:sp>
      <p:pic>
        <p:nvPicPr>
          <p:cNvPr id="17" name="Picture 16">
            <a:extLst>
              <a:ext uri="{FF2B5EF4-FFF2-40B4-BE49-F238E27FC236}">
                <a16:creationId xmlns:a16="http://schemas.microsoft.com/office/drawing/2014/main" id="{4674F5D4-2E56-4FD3-0551-99B68D732F9D}"/>
              </a:ext>
            </a:extLst>
          </p:cNvPr>
          <p:cNvPicPr>
            <a:picLocks noChangeAspect="1"/>
          </p:cNvPicPr>
          <p:nvPr/>
        </p:nvPicPr>
        <p:blipFill>
          <a:blip r:embed="rId5"/>
          <a:stretch>
            <a:fillRect/>
          </a:stretch>
        </p:blipFill>
        <p:spPr>
          <a:xfrm>
            <a:off x="7296036" y="5159067"/>
            <a:ext cx="4294468" cy="854620"/>
          </a:xfrm>
          <a:prstGeom prst="rect">
            <a:avLst/>
          </a:prstGeom>
        </p:spPr>
      </p:pic>
      <p:sp>
        <p:nvSpPr>
          <p:cNvPr id="9" name="Title 1">
            <a:extLst>
              <a:ext uri="{FF2B5EF4-FFF2-40B4-BE49-F238E27FC236}">
                <a16:creationId xmlns:a16="http://schemas.microsoft.com/office/drawing/2014/main" id="{1541718A-4798-7F6D-38A5-872D2F9664C4}"/>
              </a:ext>
            </a:extLst>
          </p:cNvPr>
          <p:cNvSpPr txBox="1">
            <a:spLocks/>
          </p:cNvSpPr>
          <p:nvPr/>
        </p:nvSpPr>
        <p:spPr>
          <a:xfrm>
            <a:off x="2059" y="-14207"/>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FF00EE"/>
                </a:solidFill>
                <a:latin typeface="Verdana Pro Cond Black"/>
              </a:rPr>
              <a:t>Problem Description</a:t>
            </a:r>
          </a:p>
        </p:txBody>
      </p:sp>
      <p:cxnSp>
        <p:nvCxnSpPr>
          <p:cNvPr id="2" name="Straight Connector 1">
            <a:extLst>
              <a:ext uri="{FF2B5EF4-FFF2-40B4-BE49-F238E27FC236}">
                <a16:creationId xmlns:a16="http://schemas.microsoft.com/office/drawing/2014/main" id="{9732EF7B-4E54-5A52-8466-8CF506D350BB}"/>
              </a:ext>
            </a:extLst>
          </p:cNvPr>
          <p:cNvCxnSpPr>
            <a:cxnSpLocks/>
          </p:cNvCxnSpPr>
          <p:nvPr/>
        </p:nvCxnSpPr>
        <p:spPr>
          <a:xfrm>
            <a:off x="8708163" y="5067627"/>
            <a:ext cx="0" cy="1104573"/>
          </a:xfrm>
          <a:prstGeom prst="line">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cxnSp>
      <p:cxnSp>
        <p:nvCxnSpPr>
          <p:cNvPr id="11" name="Straight Connector 10">
            <a:extLst>
              <a:ext uri="{FF2B5EF4-FFF2-40B4-BE49-F238E27FC236}">
                <a16:creationId xmlns:a16="http://schemas.microsoft.com/office/drawing/2014/main" id="{7D30B007-8CA7-9CA1-053D-5A15F9FFABA9}"/>
              </a:ext>
            </a:extLst>
          </p:cNvPr>
          <p:cNvCxnSpPr>
            <a:cxnSpLocks/>
          </p:cNvCxnSpPr>
          <p:nvPr/>
        </p:nvCxnSpPr>
        <p:spPr>
          <a:xfrm>
            <a:off x="10603257" y="5067627"/>
            <a:ext cx="0" cy="1193174"/>
          </a:xfrm>
          <a:prstGeom prst="line">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cxnSp>
    </p:spTree>
    <p:extLst>
      <p:ext uri="{BB962C8B-B14F-4D97-AF65-F5344CB8AC3E}">
        <p14:creationId xmlns:p14="http://schemas.microsoft.com/office/powerpoint/2010/main" val="40002310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39BD4-CE13-A0EC-CFFD-C1A000F4E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37082-29FB-8B60-FC82-115D128D5883}"/>
              </a:ext>
            </a:extLst>
          </p:cNvPr>
          <p:cNvSpPr txBox="1">
            <a:spLocks/>
          </p:cNvSpPr>
          <p:nvPr/>
        </p:nvSpPr>
        <p:spPr>
          <a:xfrm>
            <a:off x="801129" y="114789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latin typeface="Verdana Pro Cond Black"/>
              </a:rPr>
              <a:t>Problem Description</a:t>
            </a:r>
          </a:p>
        </p:txBody>
      </p:sp>
      <p:sp>
        <p:nvSpPr>
          <p:cNvPr id="3" name="Title 1">
            <a:extLst>
              <a:ext uri="{FF2B5EF4-FFF2-40B4-BE49-F238E27FC236}">
                <a16:creationId xmlns:a16="http://schemas.microsoft.com/office/drawing/2014/main" id="{8890DC25-FEDE-50C9-5FB0-E4D3EEAB3E84}"/>
              </a:ext>
            </a:extLst>
          </p:cNvPr>
          <p:cNvSpPr txBox="1">
            <a:spLocks/>
          </p:cNvSpPr>
          <p:nvPr/>
        </p:nvSpPr>
        <p:spPr>
          <a:xfrm>
            <a:off x="801129" y="2043579"/>
            <a:ext cx="10589742" cy="15826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a:t>
            </a:r>
            <a:r>
              <a:rPr lang="en-US" altLang="zh-CN" sz="2800" i="1" u="sng">
                <a:solidFill>
                  <a:srgbClr val="DE00E3"/>
                </a:solidFill>
                <a:latin typeface="Verdana Pro Cond Black"/>
              </a:rPr>
              <a:t>ology</a:t>
            </a:r>
            <a:r>
              <a:rPr lang="en-US" sz="2800" i="1" u="sng">
                <a:solidFill>
                  <a:srgbClr val="DE00E3"/>
                </a:solidFill>
                <a:latin typeface="Verdana Pro Cond Black"/>
              </a:rPr>
              <a:t> </a:t>
            </a:r>
            <a:r>
              <a:rPr lang="en-US" sz="2800" i="1" u="sng">
                <a:latin typeface="Verdana Pro Cond Black"/>
              </a:rPr>
              <a:t>– Optimize control strategy, Create Dataset, Train surrogate model, Apply to physical case</a:t>
            </a:r>
          </a:p>
        </p:txBody>
      </p:sp>
      <p:sp>
        <p:nvSpPr>
          <p:cNvPr id="4" name="Title 1">
            <a:extLst>
              <a:ext uri="{FF2B5EF4-FFF2-40B4-BE49-F238E27FC236}">
                <a16:creationId xmlns:a16="http://schemas.microsoft.com/office/drawing/2014/main" id="{99573803-0B4F-17C8-D7AB-301726419A91}"/>
              </a:ext>
            </a:extLst>
          </p:cNvPr>
          <p:cNvSpPr txBox="1">
            <a:spLocks/>
          </p:cNvSpPr>
          <p:nvPr/>
        </p:nvSpPr>
        <p:spPr>
          <a:xfrm>
            <a:off x="801129" y="385934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latin typeface="Verdana Pro Cond Black"/>
              </a:rPr>
              <a:t>Results</a:t>
            </a:r>
          </a:p>
        </p:txBody>
      </p:sp>
    </p:spTree>
    <p:extLst>
      <p:ext uri="{BB962C8B-B14F-4D97-AF65-F5344CB8AC3E}">
        <p14:creationId xmlns:p14="http://schemas.microsoft.com/office/powerpoint/2010/main" val="92299859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2D4BB-D4C4-6AD4-B8E6-C2E9A7D1B1F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15003A8-2488-4CC0-6E0B-119EBD3D9BB4}"/>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8" name="Picture 7" descr="A diagram of a diagram of a computer">
            <a:extLst>
              <a:ext uri="{FF2B5EF4-FFF2-40B4-BE49-F238E27FC236}">
                <a16:creationId xmlns:a16="http://schemas.microsoft.com/office/drawing/2014/main" id="{3FE1AEDA-0DBD-75E0-3561-34CCC2EFF5CC}"/>
              </a:ext>
            </a:extLst>
          </p:cNvPr>
          <p:cNvPicPr>
            <a:picLocks noChangeAspect="1"/>
          </p:cNvPicPr>
          <p:nvPr/>
        </p:nvPicPr>
        <p:blipFill>
          <a:blip r:embed="rId3"/>
          <a:stretch>
            <a:fillRect/>
          </a:stretch>
        </p:blipFill>
        <p:spPr>
          <a:xfrm>
            <a:off x="1006231" y="1140883"/>
            <a:ext cx="10179538" cy="5372055"/>
          </a:xfrm>
          <a:prstGeom prst="rect">
            <a:avLst/>
          </a:prstGeom>
        </p:spPr>
      </p:pic>
    </p:spTree>
    <p:extLst>
      <p:ext uri="{BB962C8B-B14F-4D97-AF65-F5344CB8AC3E}">
        <p14:creationId xmlns:p14="http://schemas.microsoft.com/office/powerpoint/2010/main" val="31494224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05BEF-F81B-4175-BF9F-DDF6FE394005}"/>
            </a:ext>
          </a:extLst>
        </p:cNvPr>
        <p:cNvGrpSpPr/>
        <p:nvPr/>
      </p:nvGrpSpPr>
      <p:grpSpPr>
        <a:xfrm>
          <a:off x="0" y="0"/>
          <a:ext cx="0" cy="0"/>
          <a:chOff x="0" y="0"/>
          <a:chExt cx="0" cy="0"/>
        </a:xfrm>
      </p:grpSpPr>
      <p:pic>
        <p:nvPicPr>
          <p:cNvPr id="7" name="Picture 6" descr="A diagram of a diagram of a computer">
            <a:extLst>
              <a:ext uri="{FF2B5EF4-FFF2-40B4-BE49-F238E27FC236}">
                <a16:creationId xmlns:a16="http://schemas.microsoft.com/office/drawing/2014/main" id="{7E8E6EAB-AFB7-245F-1C79-250928AA6309}"/>
              </a:ext>
            </a:extLst>
          </p:cNvPr>
          <p:cNvPicPr>
            <a:picLocks noChangeAspect="1"/>
          </p:cNvPicPr>
          <p:nvPr/>
        </p:nvPicPr>
        <p:blipFill>
          <a:blip r:embed="rId3"/>
          <a:stretch>
            <a:fillRect/>
          </a:stretch>
        </p:blipFill>
        <p:spPr>
          <a:xfrm>
            <a:off x="1006231" y="1140883"/>
            <a:ext cx="10179538" cy="5372055"/>
          </a:xfrm>
          <a:prstGeom prst="rect">
            <a:avLst/>
          </a:prstGeom>
        </p:spPr>
      </p:pic>
      <p:sp>
        <p:nvSpPr>
          <p:cNvPr id="3" name="Rectangle 2">
            <a:extLst>
              <a:ext uri="{FF2B5EF4-FFF2-40B4-BE49-F238E27FC236}">
                <a16:creationId xmlns:a16="http://schemas.microsoft.com/office/drawing/2014/main" id="{D2689BBC-8900-2E48-2BA3-1950B9ABCD82}"/>
              </a:ext>
            </a:extLst>
          </p:cNvPr>
          <p:cNvSpPr/>
          <p:nvPr/>
        </p:nvSpPr>
        <p:spPr>
          <a:xfrm>
            <a:off x="869115" y="1047750"/>
            <a:ext cx="2525086" cy="3403499"/>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2" name="Title 1">
            <a:extLst>
              <a:ext uri="{FF2B5EF4-FFF2-40B4-BE49-F238E27FC236}">
                <a16:creationId xmlns:a16="http://schemas.microsoft.com/office/drawing/2014/main" id="{B8EE9B97-DD6D-16A7-C505-D95EDB700EE8}"/>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spTree>
    <p:extLst>
      <p:ext uri="{BB962C8B-B14F-4D97-AF65-F5344CB8AC3E}">
        <p14:creationId xmlns:p14="http://schemas.microsoft.com/office/powerpoint/2010/main" val="322173322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62CEA-E1F7-921C-FC5C-AC5CA96908B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62A8889-8EF6-7E4B-4A5D-09DE19DCC711}"/>
              </a:ext>
            </a:extLst>
          </p:cNvPr>
          <p:cNvPicPr>
            <a:picLocks noChangeAspect="1"/>
          </p:cNvPicPr>
          <p:nvPr/>
        </p:nvPicPr>
        <p:blipFill>
          <a:blip r:embed="rId3"/>
          <a:stretch>
            <a:fillRect/>
          </a:stretch>
        </p:blipFill>
        <p:spPr>
          <a:xfrm>
            <a:off x="6869282" y="2730500"/>
            <a:ext cx="4413652" cy="3448050"/>
          </a:xfrm>
          <a:prstGeom prst="rect">
            <a:avLst/>
          </a:prstGeom>
        </p:spPr>
      </p:pic>
      <p:pic>
        <p:nvPicPr>
          <p:cNvPr id="18" name="Picture 17" descr="A diagram of a diagram of a computer">
            <a:extLst>
              <a:ext uri="{FF2B5EF4-FFF2-40B4-BE49-F238E27FC236}">
                <a16:creationId xmlns:a16="http://schemas.microsoft.com/office/drawing/2014/main" id="{00B9C1FB-8560-2E34-04DA-F08C2F31D959}"/>
              </a:ext>
            </a:extLst>
          </p:cNvPr>
          <p:cNvPicPr>
            <a:picLocks noChangeAspect="1"/>
          </p:cNvPicPr>
          <p:nvPr/>
        </p:nvPicPr>
        <p:blipFill>
          <a:blip r:embed="rId4"/>
          <a:srcRect l="1" r="61946" b="39913"/>
          <a:stretch>
            <a:fillRect/>
          </a:stretch>
        </p:blipFill>
        <p:spPr>
          <a:xfrm>
            <a:off x="227297" y="1210725"/>
            <a:ext cx="6200390" cy="5166784"/>
          </a:xfrm>
          <a:prstGeom prst="rect">
            <a:avLst/>
          </a:prstGeom>
        </p:spPr>
      </p:pic>
      <p:sp>
        <p:nvSpPr>
          <p:cNvPr id="4" name="Content Placeholder 2">
            <a:extLst>
              <a:ext uri="{FF2B5EF4-FFF2-40B4-BE49-F238E27FC236}">
                <a16:creationId xmlns:a16="http://schemas.microsoft.com/office/drawing/2014/main" id="{F32868CF-903B-DEE3-DA90-DA4B525E1F40}"/>
              </a:ext>
            </a:extLst>
          </p:cNvPr>
          <p:cNvSpPr>
            <a:spLocks noGrp="1"/>
          </p:cNvSpPr>
          <p:nvPr>
            <p:ph idx="1"/>
          </p:nvPr>
        </p:nvSpPr>
        <p:spPr>
          <a:xfrm>
            <a:off x="6743700" y="1236574"/>
            <a:ext cx="4702502" cy="2192426"/>
          </a:xfrm>
        </p:spPr>
        <p:txBody>
          <a:bodyPr vert="horz" lIns="91440" tIns="45720" rIns="91440" bIns="45720" rtlCol="0" anchor="t">
            <a:normAutofit/>
          </a:bodyPr>
          <a:lstStyle/>
          <a:p>
            <a:pPr marL="0" indent="0">
              <a:buNone/>
            </a:pPr>
            <a:r>
              <a:rPr lang="en-US" altLang="zh-CN" sz="1800" b="1">
                <a:highlight>
                  <a:srgbClr val="00D4CD"/>
                </a:highlight>
                <a:latin typeface="Georgia"/>
              </a:rPr>
              <a:t>(a) Environmental inputs of BEE Hub</a:t>
            </a:r>
          </a:p>
          <a:p>
            <a:pPr marL="0" indent="0">
              <a:buNone/>
            </a:pPr>
            <a:r>
              <a:rPr lang="en-US" sz="1500" u="sng">
                <a:solidFill>
                  <a:srgbClr val="DE00E3"/>
                </a:solidFill>
                <a:latin typeface="Georgia"/>
              </a:rPr>
              <a:t>Occupancy distribution</a:t>
            </a:r>
            <a:r>
              <a:rPr lang="en-US" sz="1500">
                <a:latin typeface="Georgia"/>
              </a:rPr>
              <a:t>: </a:t>
            </a:r>
            <a:br>
              <a:rPr lang="en-US" sz="1500">
                <a:latin typeface="Georgia"/>
              </a:rPr>
            </a:br>
            <a:r>
              <a:rPr lang="en-US" sz="1500">
                <a:latin typeface="Georgia"/>
              </a:rPr>
              <a:t>Randomly generate occupant distribution on designed seats </a:t>
            </a:r>
            <a:r>
              <a:rPr lang="en-US" sz="1500" i="1">
                <a:latin typeface="Georgia"/>
              </a:rPr>
              <a:t>(max possibility= 2^n, n = 24)</a:t>
            </a:r>
          </a:p>
          <a:p>
            <a:pPr marL="0" indent="0">
              <a:buNone/>
            </a:pPr>
            <a:r>
              <a:rPr lang="en-US" sz="1500" u="sng">
                <a:solidFill>
                  <a:srgbClr val="DE00E3"/>
                </a:solidFill>
                <a:latin typeface="Georgia"/>
              </a:rPr>
              <a:t>3D model</a:t>
            </a:r>
            <a:r>
              <a:rPr lang="en-US" sz="1500">
                <a:latin typeface="Georgia"/>
              </a:rPr>
              <a:t>: </a:t>
            </a:r>
            <a:br>
              <a:rPr lang="en-US" sz="1500">
                <a:latin typeface="Georgia"/>
              </a:rPr>
            </a:br>
            <a:r>
              <a:rPr lang="en-SG" sz="1500">
                <a:latin typeface="Georgia"/>
              </a:rPr>
              <a:t>BEE H</a:t>
            </a:r>
            <a:r>
              <a:rPr lang="en-US" altLang="zh-CN" sz="1500" err="1">
                <a:latin typeface="Georgia"/>
              </a:rPr>
              <a:t>ub</a:t>
            </a:r>
            <a:endParaRPr lang="en-US" sz="1500">
              <a:latin typeface="Georgia"/>
            </a:endParaRPr>
          </a:p>
        </p:txBody>
      </p:sp>
      <p:sp>
        <p:nvSpPr>
          <p:cNvPr id="3" name="Rectangle 2">
            <a:extLst>
              <a:ext uri="{FF2B5EF4-FFF2-40B4-BE49-F238E27FC236}">
                <a16:creationId xmlns:a16="http://schemas.microsoft.com/office/drawing/2014/main" id="{D6632F49-23EE-4369-F78D-AA05CC56F85C}"/>
              </a:ext>
            </a:extLst>
          </p:cNvPr>
          <p:cNvSpPr/>
          <p:nvPr/>
        </p:nvSpPr>
        <p:spPr>
          <a:xfrm>
            <a:off x="310661" y="1236574"/>
            <a:ext cx="3466209" cy="2192426"/>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2" name="Title 1">
            <a:extLst>
              <a:ext uri="{FF2B5EF4-FFF2-40B4-BE49-F238E27FC236}">
                <a16:creationId xmlns:a16="http://schemas.microsoft.com/office/drawing/2014/main" id="{C2156D19-BC9F-D0D3-53A5-DA813E9728B0}"/>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5" name="Picture 2" descr="Man working on a laptop from side view - Free computer icons">
            <a:extLst>
              <a:ext uri="{FF2B5EF4-FFF2-40B4-BE49-F238E27FC236}">
                <a16:creationId xmlns:a16="http://schemas.microsoft.com/office/drawing/2014/main" id="{F8E66BE5-55AB-F86F-4600-BCDE85519E08}"/>
              </a:ext>
            </a:extLst>
          </p:cNvPr>
          <p:cNvPicPr>
            <a:picLocks noChangeAspect="1" noChangeArrowheads="1"/>
          </p:cNvPicPr>
          <p:nvPr/>
        </p:nvPicPr>
        <p:blipFill>
          <a:blip r:embed="rId5">
            <a:duotone>
              <a:schemeClr val="accent5">
                <a:shade val="45000"/>
                <a:satMod val="135000"/>
              </a:schemeClr>
              <a:prstClr val="white"/>
            </a:duotone>
            <a:extLst>
              <a:ext uri="{BEBA8EAE-BF5A-486C-A8C5-ECC9F3942E4B}">
                <a14:imgProps xmlns:a14="http://schemas.microsoft.com/office/drawing/2010/main">
                  <a14:imgLayer r:embed="rId6">
                    <a14:imgEffect>
                      <a14:saturation sat="208000"/>
                    </a14:imgEffect>
                  </a14:imgLayer>
                </a14:imgProps>
              </a:ext>
              <a:ext uri="{28A0092B-C50C-407E-A947-70E740481C1C}">
                <a14:useLocalDpi xmlns:a14="http://schemas.microsoft.com/office/drawing/2010/main" val="0"/>
              </a:ext>
            </a:extLst>
          </a:blip>
          <a:srcRect/>
          <a:stretch>
            <a:fillRect/>
          </a:stretch>
        </p:blipFill>
        <p:spPr bwMode="auto">
          <a:xfrm>
            <a:off x="9195049" y="4006359"/>
            <a:ext cx="376967" cy="37696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Man working on a laptop from side view - Free computer icons">
            <a:extLst>
              <a:ext uri="{FF2B5EF4-FFF2-40B4-BE49-F238E27FC236}">
                <a16:creationId xmlns:a16="http://schemas.microsoft.com/office/drawing/2014/main" id="{1FFAB8DB-C9BF-1695-E0A3-C1184D66D7C5}"/>
              </a:ext>
            </a:extLst>
          </p:cNvPr>
          <p:cNvPicPr>
            <a:picLocks noChangeAspect="1" noChangeArrowheads="1"/>
          </p:cNvPicPr>
          <p:nvPr/>
        </p:nvPicPr>
        <p:blipFill>
          <a:blip r:embed="rId5">
            <a:duotone>
              <a:schemeClr val="accent5">
                <a:shade val="45000"/>
                <a:satMod val="135000"/>
              </a:schemeClr>
              <a:prstClr val="white"/>
            </a:duotone>
            <a:extLst>
              <a:ext uri="{BEBA8EAE-BF5A-486C-A8C5-ECC9F3942E4B}">
                <a14:imgProps xmlns:a14="http://schemas.microsoft.com/office/drawing/2010/main">
                  <a14:imgLayer r:embed="rId6">
                    <a14:imgEffect>
                      <a14:saturation sat="208000"/>
                    </a14:imgEffect>
                  </a14:imgLayer>
                </a14:imgProps>
              </a:ext>
              <a:ext uri="{28A0092B-C50C-407E-A947-70E740481C1C}">
                <a14:useLocalDpi xmlns:a14="http://schemas.microsoft.com/office/drawing/2010/main" val="0"/>
              </a:ext>
            </a:extLst>
          </a:blip>
          <a:srcRect/>
          <a:stretch>
            <a:fillRect/>
          </a:stretch>
        </p:blipFill>
        <p:spPr bwMode="auto">
          <a:xfrm>
            <a:off x="8717984" y="4006358"/>
            <a:ext cx="376967" cy="3769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Man working on a laptop from side view - Free computer icons">
            <a:extLst>
              <a:ext uri="{FF2B5EF4-FFF2-40B4-BE49-F238E27FC236}">
                <a16:creationId xmlns:a16="http://schemas.microsoft.com/office/drawing/2014/main" id="{C9B0C4A7-8ECF-228F-46A7-2CD4236255BA}"/>
              </a:ext>
            </a:extLst>
          </p:cNvPr>
          <p:cNvPicPr>
            <a:picLocks noChangeAspect="1" noChangeArrowheads="1"/>
          </p:cNvPicPr>
          <p:nvPr/>
        </p:nvPicPr>
        <p:blipFill>
          <a:blip r:embed="rId5">
            <a:duotone>
              <a:schemeClr val="accent5">
                <a:shade val="45000"/>
                <a:satMod val="135000"/>
              </a:schemeClr>
              <a:prstClr val="white"/>
            </a:duotone>
            <a:extLst>
              <a:ext uri="{BEBA8EAE-BF5A-486C-A8C5-ECC9F3942E4B}">
                <a14:imgProps xmlns:a14="http://schemas.microsoft.com/office/drawing/2010/main">
                  <a14:imgLayer r:embed="rId6">
                    <a14:imgEffect>
                      <a14:saturation sat="208000"/>
                    </a14:imgEffect>
                  </a14:imgLayer>
                </a14:imgProps>
              </a:ext>
              <a:ext uri="{28A0092B-C50C-407E-A947-70E740481C1C}">
                <a14:useLocalDpi xmlns:a14="http://schemas.microsoft.com/office/drawing/2010/main" val="0"/>
              </a:ext>
            </a:extLst>
          </a:blip>
          <a:srcRect/>
          <a:stretch>
            <a:fillRect/>
          </a:stretch>
        </p:blipFill>
        <p:spPr bwMode="auto">
          <a:xfrm>
            <a:off x="9094951" y="4545959"/>
            <a:ext cx="376967" cy="376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846441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F0AFD-6112-65ED-CE8E-30E3E0BA410D}"/>
            </a:ext>
          </a:extLst>
        </p:cNvPr>
        <p:cNvGrpSpPr/>
        <p:nvPr/>
      </p:nvGrpSpPr>
      <p:grpSpPr>
        <a:xfrm>
          <a:off x="0" y="0"/>
          <a:ext cx="0" cy="0"/>
          <a:chOff x="0" y="0"/>
          <a:chExt cx="0" cy="0"/>
        </a:xfrm>
      </p:grpSpPr>
      <p:pic>
        <p:nvPicPr>
          <p:cNvPr id="18" name="Picture 17" descr="A diagram of a diagram of a computer">
            <a:extLst>
              <a:ext uri="{FF2B5EF4-FFF2-40B4-BE49-F238E27FC236}">
                <a16:creationId xmlns:a16="http://schemas.microsoft.com/office/drawing/2014/main" id="{25D31694-4512-DAA4-6499-A92EFDE124C2}"/>
              </a:ext>
            </a:extLst>
          </p:cNvPr>
          <p:cNvPicPr>
            <a:picLocks noChangeAspect="1"/>
          </p:cNvPicPr>
          <p:nvPr/>
        </p:nvPicPr>
        <p:blipFill>
          <a:blip r:embed="rId3"/>
          <a:srcRect l="1" r="61946" b="39913"/>
          <a:stretch>
            <a:fillRect/>
          </a:stretch>
        </p:blipFill>
        <p:spPr>
          <a:xfrm>
            <a:off x="227297" y="1210725"/>
            <a:ext cx="6200390" cy="5166784"/>
          </a:xfrm>
          <a:prstGeom prst="rect">
            <a:avLst/>
          </a:prstGeom>
        </p:spPr>
      </p:pic>
      <p:sp>
        <p:nvSpPr>
          <p:cNvPr id="4" name="Content Placeholder 2">
            <a:extLst>
              <a:ext uri="{FF2B5EF4-FFF2-40B4-BE49-F238E27FC236}">
                <a16:creationId xmlns:a16="http://schemas.microsoft.com/office/drawing/2014/main" id="{8F199C36-5160-417B-038E-90E9DC20F4ED}"/>
              </a:ext>
            </a:extLst>
          </p:cNvPr>
          <p:cNvSpPr>
            <a:spLocks noGrp="1"/>
          </p:cNvSpPr>
          <p:nvPr>
            <p:ph idx="1"/>
          </p:nvPr>
        </p:nvSpPr>
        <p:spPr>
          <a:xfrm>
            <a:off x="6743700" y="1236574"/>
            <a:ext cx="4702502" cy="2192426"/>
          </a:xfrm>
        </p:spPr>
        <p:txBody>
          <a:bodyPr vert="horz" lIns="91440" tIns="45720" rIns="91440" bIns="45720" rtlCol="0" anchor="t">
            <a:normAutofit/>
          </a:bodyPr>
          <a:lstStyle/>
          <a:p>
            <a:pPr marL="0" indent="0">
              <a:buNone/>
            </a:pPr>
            <a:r>
              <a:rPr lang="en-US" altLang="zh-CN" sz="1800" b="1">
                <a:highlight>
                  <a:srgbClr val="00D4CD"/>
                </a:highlight>
                <a:latin typeface="Georgia"/>
              </a:rPr>
              <a:t>(a) Environmental inputs of BEE Hub</a:t>
            </a:r>
          </a:p>
          <a:p>
            <a:pPr marL="0" indent="0">
              <a:buNone/>
            </a:pPr>
            <a:r>
              <a:rPr lang="en-US" sz="1500" u="sng">
                <a:solidFill>
                  <a:srgbClr val="DE00E3"/>
                </a:solidFill>
                <a:latin typeface="Georgia"/>
              </a:rPr>
              <a:t>Occupancy distribution</a:t>
            </a:r>
            <a:r>
              <a:rPr lang="en-US" sz="1500">
                <a:latin typeface="Georgia"/>
              </a:rPr>
              <a:t>: </a:t>
            </a:r>
            <a:br>
              <a:rPr lang="en-US" sz="1500">
                <a:latin typeface="Georgia"/>
              </a:rPr>
            </a:br>
            <a:r>
              <a:rPr lang="en-US" sz="1500">
                <a:latin typeface="Georgia"/>
              </a:rPr>
              <a:t>Randomly generate occupant distribution on designed seats </a:t>
            </a:r>
            <a:r>
              <a:rPr lang="en-US" sz="1500" i="1">
                <a:latin typeface="Georgia"/>
              </a:rPr>
              <a:t>(max possibility= 2^n, n = 24)</a:t>
            </a:r>
          </a:p>
          <a:p>
            <a:pPr marL="0" indent="0">
              <a:buNone/>
            </a:pPr>
            <a:r>
              <a:rPr lang="en-US" sz="1500" u="sng">
                <a:solidFill>
                  <a:srgbClr val="DE00E3"/>
                </a:solidFill>
                <a:latin typeface="Georgia"/>
              </a:rPr>
              <a:t>3D model</a:t>
            </a:r>
            <a:r>
              <a:rPr lang="en-US" sz="1500">
                <a:latin typeface="Georgia"/>
              </a:rPr>
              <a:t>: </a:t>
            </a:r>
            <a:br>
              <a:rPr lang="en-US" sz="1500">
                <a:latin typeface="Georgia"/>
              </a:rPr>
            </a:br>
            <a:r>
              <a:rPr lang="en-SG" sz="1500">
                <a:latin typeface="Georgia"/>
              </a:rPr>
              <a:t>BEE H</a:t>
            </a:r>
            <a:r>
              <a:rPr lang="en-US" altLang="zh-CN" sz="1500" err="1">
                <a:latin typeface="Georgia"/>
              </a:rPr>
              <a:t>ub</a:t>
            </a:r>
            <a:endParaRPr lang="en-US" sz="1500">
              <a:latin typeface="Georgia"/>
            </a:endParaRPr>
          </a:p>
        </p:txBody>
      </p:sp>
      <p:sp>
        <p:nvSpPr>
          <p:cNvPr id="3" name="Rectangle 2">
            <a:extLst>
              <a:ext uri="{FF2B5EF4-FFF2-40B4-BE49-F238E27FC236}">
                <a16:creationId xmlns:a16="http://schemas.microsoft.com/office/drawing/2014/main" id="{CE04E55C-F8E4-E0E9-357B-C6BE75F7EBD4}"/>
              </a:ext>
            </a:extLst>
          </p:cNvPr>
          <p:cNvSpPr/>
          <p:nvPr/>
        </p:nvSpPr>
        <p:spPr>
          <a:xfrm>
            <a:off x="310661" y="1236574"/>
            <a:ext cx="3466209" cy="2192426"/>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2" name="Title 1">
            <a:extLst>
              <a:ext uri="{FF2B5EF4-FFF2-40B4-BE49-F238E27FC236}">
                <a16:creationId xmlns:a16="http://schemas.microsoft.com/office/drawing/2014/main" id="{4744D596-4445-A544-09C1-DAA50F8A7172}"/>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9" name="Picture 8">
            <a:extLst>
              <a:ext uri="{FF2B5EF4-FFF2-40B4-BE49-F238E27FC236}">
                <a16:creationId xmlns:a16="http://schemas.microsoft.com/office/drawing/2014/main" id="{CDD8121E-2F79-B6DF-7604-273A3D94F19E}"/>
              </a:ext>
            </a:extLst>
          </p:cNvPr>
          <p:cNvPicPr>
            <a:picLocks noChangeAspect="1"/>
          </p:cNvPicPr>
          <p:nvPr/>
        </p:nvPicPr>
        <p:blipFill>
          <a:blip r:embed="rId4"/>
          <a:stretch>
            <a:fillRect/>
          </a:stretch>
        </p:blipFill>
        <p:spPr>
          <a:xfrm>
            <a:off x="6767855" y="3096271"/>
            <a:ext cx="4757349" cy="2715950"/>
          </a:xfrm>
          <a:prstGeom prst="rect">
            <a:avLst/>
          </a:prstGeom>
        </p:spPr>
      </p:pic>
    </p:spTree>
    <p:extLst>
      <p:ext uri="{BB962C8B-B14F-4D97-AF65-F5344CB8AC3E}">
        <p14:creationId xmlns:p14="http://schemas.microsoft.com/office/powerpoint/2010/main" val="4587232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5DA0-7081-162F-7B78-A4BCAA4D2C89}"/>
            </a:ext>
          </a:extLst>
        </p:cNvPr>
        <p:cNvGrpSpPr/>
        <p:nvPr/>
      </p:nvGrpSpPr>
      <p:grpSpPr>
        <a:xfrm>
          <a:off x="0" y="0"/>
          <a:ext cx="0" cy="0"/>
          <a:chOff x="0" y="0"/>
          <a:chExt cx="0" cy="0"/>
        </a:xfrm>
      </p:grpSpPr>
      <p:pic>
        <p:nvPicPr>
          <p:cNvPr id="14" name="Picture 13" descr="A diagram of a diagram of a computer">
            <a:extLst>
              <a:ext uri="{FF2B5EF4-FFF2-40B4-BE49-F238E27FC236}">
                <a16:creationId xmlns:a16="http://schemas.microsoft.com/office/drawing/2014/main" id="{C57E8AA8-4843-FDF3-FED9-861F2310613A}"/>
              </a:ext>
            </a:extLst>
          </p:cNvPr>
          <p:cNvPicPr>
            <a:picLocks noChangeAspect="1"/>
          </p:cNvPicPr>
          <p:nvPr/>
        </p:nvPicPr>
        <p:blipFill>
          <a:blip r:embed="rId3"/>
          <a:srcRect l="1" r="61946" b="39913"/>
          <a:stretch>
            <a:fillRect/>
          </a:stretch>
        </p:blipFill>
        <p:spPr>
          <a:xfrm>
            <a:off x="227297" y="1210725"/>
            <a:ext cx="6200390" cy="5166784"/>
          </a:xfrm>
          <a:prstGeom prst="rect">
            <a:avLst/>
          </a:prstGeom>
        </p:spPr>
      </p:pic>
      <p:sp>
        <p:nvSpPr>
          <p:cNvPr id="4" name="Content Placeholder 2">
            <a:extLst>
              <a:ext uri="{FF2B5EF4-FFF2-40B4-BE49-F238E27FC236}">
                <a16:creationId xmlns:a16="http://schemas.microsoft.com/office/drawing/2014/main" id="{6ED5394C-760C-21DB-6EF7-E1A397EE29FE}"/>
              </a:ext>
            </a:extLst>
          </p:cNvPr>
          <p:cNvSpPr>
            <a:spLocks noGrp="1"/>
          </p:cNvSpPr>
          <p:nvPr>
            <p:ph idx="1"/>
          </p:nvPr>
        </p:nvSpPr>
        <p:spPr>
          <a:xfrm>
            <a:off x="6743700" y="4353092"/>
            <a:ext cx="4702502" cy="1950185"/>
          </a:xfrm>
        </p:spPr>
        <p:txBody>
          <a:bodyPr vert="horz" lIns="91440" tIns="45720" rIns="91440" bIns="45720" rtlCol="0" anchor="t">
            <a:normAutofit/>
          </a:bodyPr>
          <a:lstStyle/>
          <a:p>
            <a:pPr marL="0" indent="0">
              <a:buNone/>
            </a:pPr>
            <a:r>
              <a:rPr lang="en-US" altLang="zh-CN" sz="1800" b="1">
                <a:highlight>
                  <a:srgbClr val="00D4CD"/>
                </a:highlight>
                <a:latin typeface="Georgia"/>
              </a:rPr>
              <a:t>(b) Decision variables</a:t>
            </a:r>
          </a:p>
          <a:p>
            <a:pPr marL="0" indent="0">
              <a:buNone/>
            </a:pPr>
            <a:r>
              <a:rPr lang="en-US" sz="1500" u="sng">
                <a:solidFill>
                  <a:srgbClr val="DE00E3"/>
                </a:solidFill>
                <a:latin typeface="Georgia"/>
              </a:rPr>
              <a:t>B</a:t>
            </a:r>
            <a:r>
              <a:rPr lang="en-US" altLang="zh-CN" sz="1500" u="sng">
                <a:solidFill>
                  <a:srgbClr val="DE00E3"/>
                </a:solidFill>
                <a:latin typeface="Georgia"/>
              </a:rPr>
              <a:t>ackground system &amp; Task light</a:t>
            </a:r>
            <a:r>
              <a:rPr lang="en-US" altLang="zh-CN" sz="1500">
                <a:latin typeface="Georgia"/>
              </a:rPr>
              <a:t>:</a:t>
            </a:r>
            <a:br>
              <a:rPr lang="en-US" altLang="zh-CN" sz="1500">
                <a:latin typeface="Georgia"/>
              </a:rPr>
            </a:br>
            <a:r>
              <a:rPr lang="en-US" altLang="zh-CN" sz="1500">
                <a:latin typeface="Georgia"/>
              </a:rPr>
              <a:t>Level inputs of ceiling and task lights – Lumen &amp; Power </a:t>
            </a:r>
            <a:endParaRPr lang="en-US"/>
          </a:p>
        </p:txBody>
      </p:sp>
      <p:sp>
        <p:nvSpPr>
          <p:cNvPr id="3" name="Rectangle 2">
            <a:extLst>
              <a:ext uri="{FF2B5EF4-FFF2-40B4-BE49-F238E27FC236}">
                <a16:creationId xmlns:a16="http://schemas.microsoft.com/office/drawing/2014/main" id="{44740840-E53B-CEB0-454F-375B61AE9F6D}"/>
              </a:ext>
            </a:extLst>
          </p:cNvPr>
          <p:cNvSpPr/>
          <p:nvPr/>
        </p:nvSpPr>
        <p:spPr>
          <a:xfrm>
            <a:off x="310661" y="4110851"/>
            <a:ext cx="3466209" cy="2192426"/>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8" name="Title 1">
            <a:extLst>
              <a:ext uri="{FF2B5EF4-FFF2-40B4-BE49-F238E27FC236}">
                <a16:creationId xmlns:a16="http://schemas.microsoft.com/office/drawing/2014/main" id="{8DC398DB-D3EE-34E8-B185-E7472AB04813}"/>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5" name="Picture 4">
            <a:extLst>
              <a:ext uri="{FF2B5EF4-FFF2-40B4-BE49-F238E27FC236}">
                <a16:creationId xmlns:a16="http://schemas.microsoft.com/office/drawing/2014/main" id="{E6F5BA15-034E-834F-F145-EF8C5930F298}"/>
              </a:ext>
            </a:extLst>
          </p:cNvPr>
          <p:cNvPicPr>
            <a:picLocks noChangeAspect="1"/>
          </p:cNvPicPr>
          <p:nvPr/>
        </p:nvPicPr>
        <p:blipFill>
          <a:blip r:embed="rId4"/>
          <a:stretch>
            <a:fillRect/>
          </a:stretch>
        </p:blipFill>
        <p:spPr>
          <a:xfrm>
            <a:off x="6814949" y="1027906"/>
            <a:ext cx="3903851" cy="3259347"/>
          </a:xfrm>
          <a:prstGeom prst="rect">
            <a:avLst/>
          </a:prstGeom>
        </p:spPr>
      </p:pic>
      <p:pic>
        <p:nvPicPr>
          <p:cNvPr id="9" name="Picture 8">
            <a:extLst>
              <a:ext uri="{FF2B5EF4-FFF2-40B4-BE49-F238E27FC236}">
                <a16:creationId xmlns:a16="http://schemas.microsoft.com/office/drawing/2014/main" id="{7500E312-AF17-8D75-421E-437ACA04792B}"/>
              </a:ext>
            </a:extLst>
          </p:cNvPr>
          <p:cNvPicPr>
            <a:picLocks noChangeAspect="1"/>
          </p:cNvPicPr>
          <p:nvPr/>
        </p:nvPicPr>
        <p:blipFill>
          <a:blip r:embed="rId5"/>
          <a:stretch>
            <a:fillRect/>
          </a:stretch>
        </p:blipFill>
        <p:spPr>
          <a:xfrm>
            <a:off x="8157274" y="1047750"/>
            <a:ext cx="3056927" cy="1405201"/>
          </a:xfrm>
          <a:prstGeom prst="rect">
            <a:avLst/>
          </a:prstGeom>
        </p:spPr>
      </p:pic>
    </p:spTree>
    <p:extLst>
      <p:ext uri="{BB962C8B-B14F-4D97-AF65-F5344CB8AC3E}">
        <p14:creationId xmlns:p14="http://schemas.microsoft.com/office/powerpoint/2010/main" val="35095855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34643-E1DA-D3B9-D6A6-5E465E42509A}"/>
            </a:ext>
          </a:extLst>
        </p:cNvPr>
        <p:cNvGrpSpPr/>
        <p:nvPr/>
      </p:nvGrpSpPr>
      <p:grpSpPr>
        <a:xfrm>
          <a:off x="0" y="0"/>
          <a:ext cx="0" cy="0"/>
          <a:chOff x="0" y="0"/>
          <a:chExt cx="0" cy="0"/>
        </a:xfrm>
      </p:grpSpPr>
      <p:pic>
        <p:nvPicPr>
          <p:cNvPr id="14" name="Picture 13" descr="A diagram of a diagram of a computer">
            <a:extLst>
              <a:ext uri="{FF2B5EF4-FFF2-40B4-BE49-F238E27FC236}">
                <a16:creationId xmlns:a16="http://schemas.microsoft.com/office/drawing/2014/main" id="{6E14EBA7-CA08-D45E-590F-594C78963FF9}"/>
              </a:ext>
            </a:extLst>
          </p:cNvPr>
          <p:cNvPicPr>
            <a:picLocks noChangeAspect="1"/>
          </p:cNvPicPr>
          <p:nvPr/>
        </p:nvPicPr>
        <p:blipFill>
          <a:blip r:embed="rId3"/>
          <a:srcRect l="1" r="61946" b="39913"/>
          <a:stretch>
            <a:fillRect/>
          </a:stretch>
        </p:blipFill>
        <p:spPr>
          <a:xfrm>
            <a:off x="227297" y="1210725"/>
            <a:ext cx="6200390" cy="5166784"/>
          </a:xfrm>
          <a:prstGeom prst="rect">
            <a:avLst/>
          </a:prstGeom>
        </p:spPr>
      </p:pic>
      <p:sp>
        <p:nvSpPr>
          <p:cNvPr id="3" name="Rectangle 2">
            <a:extLst>
              <a:ext uri="{FF2B5EF4-FFF2-40B4-BE49-F238E27FC236}">
                <a16:creationId xmlns:a16="http://schemas.microsoft.com/office/drawing/2014/main" id="{F3899F87-B436-7A61-3B44-97B40FAADDB7}"/>
              </a:ext>
            </a:extLst>
          </p:cNvPr>
          <p:cNvSpPr/>
          <p:nvPr/>
        </p:nvSpPr>
        <p:spPr>
          <a:xfrm>
            <a:off x="310661" y="4110851"/>
            <a:ext cx="3466209" cy="2192426"/>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8" name="Title 1">
            <a:extLst>
              <a:ext uri="{FF2B5EF4-FFF2-40B4-BE49-F238E27FC236}">
                <a16:creationId xmlns:a16="http://schemas.microsoft.com/office/drawing/2014/main" id="{4B934D2C-366F-43CA-08DB-FF41B50CADFB}"/>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10" name="Picture 9">
            <a:extLst>
              <a:ext uri="{FF2B5EF4-FFF2-40B4-BE49-F238E27FC236}">
                <a16:creationId xmlns:a16="http://schemas.microsoft.com/office/drawing/2014/main" id="{D9D60609-7D9C-5208-E175-17752263B43B}"/>
              </a:ext>
            </a:extLst>
          </p:cNvPr>
          <p:cNvPicPr>
            <a:picLocks noChangeAspect="1"/>
          </p:cNvPicPr>
          <p:nvPr/>
        </p:nvPicPr>
        <p:blipFill>
          <a:blip r:embed="rId4"/>
          <a:stretch>
            <a:fillRect/>
          </a:stretch>
        </p:blipFill>
        <p:spPr>
          <a:xfrm>
            <a:off x="6913722" y="965200"/>
            <a:ext cx="4150394" cy="3311600"/>
          </a:xfrm>
          <a:prstGeom prst="rect">
            <a:avLst/>
          </a:prstGeom>
        </p:spPr>
      </p:pic>
      <p:sp>
        <p:nvSpPr>
          <p:cNvPr id="6" name="Content Placeholder 2">
            <a:extLst>
              <a:ext uri="{FF2B5EF4-FFF2-40B4-BE49-F238E27FC236}">
                <a16:creationId xmlns:a16="http://schemas.microsoft.com/office/drawing/2014/main" id="{8EA9E19A-BA82-6954-C9F1-2326BF3F9DDF}"/>
              </a:ext>
            </a:extLst>
          </p:cNvPr>
          <p:cNvSpPr txBox="1">
            <a:spLocks/>
          </p:cNvSpPr>
          <p:nvPr/>
        </p:nvSpPr>
        <p:spPr>
          <a:xfrm>
            <a:off x="6743700" y="4353092"/>
            <a:ext cx="4702502" cy="195018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800" b="1">
                <a:highlight>
                  <a:srgbClr val="00D4CD"/>
                </a:highlight>
                <a:latin typeface="Georgia"/>
              </a:rPr>
              <a:t>(b) Decision variables</a:t>
            </a:r>
          </a:p>
          <a:p>
            <a:pPr marL="0" indent="0">
              <a:buFont typeface="Arial" panose="020B0604020202020204" pitchFamily="34" charset="0"/>
              <a:buNone/>
            </a:pPr>
            <a:r>
              <a:rPr lang="en-US" sz="1500" u="sng">
                <a:solidFill>
                  <a:srgbClr val="DE00E3"/>
                </a:solidFill>
                <a:latin typeface="Georgia"/>
              </a:rPr>
              <a:t>B</a:t>
            </a:r>
            <a:r>
              <a:rPr lang="en-US" altLang="zh-CN" sz="1500" u="sng">
                <a:solidFill>
                  <a:srgbClr val="DE00E3"/>
                </a:solidFill>
                <a:latin typeface="Georgia"/>
              </a:rPr>
              <a:t>ackground system &amp; Task light</a:t>
            </a:r>
            <a:r>
              <a:rPr lang="en-US" altLang="zh-CN" sz="1500">
                <a:latin typeface="Georgia"/>
              </a:rPr>
              <a:t>:</a:t>
            </a:r>
            <a:br>
              <a:rPr lang="en-US" altLang="zh-CN" sz="1500">
                <a:latin typeface="Georgia"/>
              </a:rPr>
            </a:br>
            <a:r>
              <a:rPr lang="en-US" altLang="zh-CN" sz="1500">
                <a:latin typeface="Georgia"/>
              </a:rPr>
              <a:t>Level inputs of ceiling and task lights – Lumen &amp; Power </a:t>
            </a:r>
            <a:endParaRPr lang="en-US"/>
          </a:p>
        </p:txBody>
      </p:sp>
    </p:spTree>
    <p:extLst>
      <p:ext uri="{BB962C8B-B14F-4D97-AF65-F5344CB8AC3E}">
        <p14:creationId xmlns:p14="http://schemas.microsoft.com/office/powerpoint/2010/main" val="35193283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B4560-39BD-AB70-47B5-87D63B9BD98B}"/>
            </a:ext>
          </a:extLst>
        </p:cNvPr>
        <p:cNvGrpSpPr/>
        <p:nvPr/>
      </p:nvGrpSpPr>
      <p:grpSpPr>
        <a:xfrm>
          <a:off x="0" y="0"/>
          <a:ext cx="0" cy="0"/>
          <a:chOff x="0" y="0"/>
          <a:chExt cx="0" cy="0"/>
        </a:xfrm>
      </p:grpSpPr>
      <p:pic>
        <p:nvPicPr>
          <p:cNvPr id="7" name="Picture 6" descr="A diagram of a diagram of a computer">
            <a:extLst>
              <a:ext uri="{FF2B5EF4-FFF2-40B4-BE49-F238E27FC236}">
                <a16:creationId xmlns:a16="http://schemas.microsoft.com/office/drawing/2014/main" id="{4AAAB6EB-8400-D4CB-0B67-2BCD68A701CE}"/>
              </a:ext>
            </a:extLst>
          </p:cNvPr>
          <p:cNvPicPr>
            <a:picLocks noChangeAspect="1"/>
          </p:cNvPicPr>
          <p:nvPr/>
        </p:nvPicPr>
        <p:blipFill>
          <a:blip r:embed="rId3"/>
          <a:srcRect r="39270" b="35657"/>
          <a:stretch>
            <a:fillRect/>
          </a:stretch>
        </p:blipFill>
        <p:spPr>
          <a:xfrm>
            <a:off x="1006231" y="1140883"/>
            <a:ext cx="6181969" cy="3456517"/>
          </a:xfrm>
          <a:prstGeom prst="rect">
            <a:avLst/>
          </a:prstGeom>
        </p:spPr>
      </p:pic>
      <p:sp>
        <p:nvSpPr>
          <p:cNvPr id="3" name="Rectangle 2">
            <a:extLst>
              <a:ext uri="{FF2B5EF4-FFF2-40B4-BE49-F238E27FC236}">
                <a16:creationId xmlns:a16="http://schemas.microsoft.com/office/drawing/2014/main" id="{297E76DA-2F80-3497-F574-A37A06FCF37F}"/>
              </a:ext>
            </a:extLst>
          </p:cNvPr>
          <p:cNvSpPr/>
          <p:nvPr/>
        </p:nvSpPr>
        <p:spPr>
          <a:xfrm>
            <a:off x="3337697" y="1271953"/>
            <a:ext cx="3579633" cy="2643913"/>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4" name="Content Placeholder 2">
            <a:extLst>
              <a:ext uri="{FF2B5EF4-FFF2-40B4-BE49-F238E27FC236}">
                <a16:creationId xmlns:a16="http://schemas.microsoft.com/office/drawing/2014/main" id="{6FE246A7-897D-9B87-6263-DECBC264BC6E}"/>
              </a:ext>
            </a:extLst>
          </p:cNvPr>
          <p:cNvSpPr>
            <a:spLocks noGrp="1"/>
          </p:cNvSpPr>
          <p:nvPr>
            <p:ph idx="1"/>
          </p:nvPr>
        </p:nvSpPr>
        <p:spPr>
          <a:xfrm>
            <a:off x="7313543" y="1258701"/>
            <a:ext cx="4933950" cy="4824462"/>
          </a:xfrm>
        </p:spPr>
        <p:txBody>
          <a:bodyPr vert="horz" lIns="91440" tIns="45720" rIns="91440" bIns="45720" rtlCol="0" anchor="t">
            <a:normAutofit/>
          </a:bodyPr>
          <a:lstStyle/>
          <a:p>
            <a:pPr marL="0" indent="0">
              <a:buNone/>
            </a:pPr>
            <a:r>
              <a:rPr lang="en-US" altLang="zh-CN" sz="1800" b="1">
                <a:highlight>
                  <a:srgbClr val="00D4CD"/>
                </a:highlight>
                <a:latin typeface="Georgia"/>
              </a:rPr>
              <a:t>(c) Objective variables</a:t>
            </a:r>
          </a:p>
          <a:p>
            <a:pPr marL="0" indent="0">
              <a:buNone/>
            </a:pPr>
            <a:r>
              <a:rPr lang="en-US" sz="1500" u="sng">
                <a:solidFill>
                  <a:srgbClr val="DE00E3"/>
                </a:solidFill>
                <a:latin typeface="Georgia"/>
              </a:rPr>
              <a:t>Light energy consumption</a:t>
            </a:r>
            <a:r>
              <a:rPr lang="en-US" sz="1500">
                <a:latin typeface="Georgia"/>
              </a:rPr>
              <a:t>: </a:t>
            </a:r>
            <a:br>
              <a:rPr lang="en-US" sz="1500">
                <a:latin typeface="Georgia"/>
              </a:rPr>
            </a:br>
            <a:r>
              <a:rPr lang="en-US" sz="1500">
                <a:latin typeface="Georgia"/>
              </a:rPr>
              <a:t>The parameter that we want to minimize</a:t>
            </a:r>
          </a:p>
          <a:p>
            <a:pPr marL="0" indent="0">
              <a:buNone/>
            </a:pPr>
            <a:r>
              <a:rPr lang="en-US" sz="1500" u="sng">
                <a:solidFill>
                  <a:srgbClr val="DE00E3"/>
                </a:solidFill>
                <a:latin typeface="Georgia"/>
              </a:rPr>
              <a:t>Visual light comfort</a:t>
            </a:r>
            <a:r>
              <a:rPr lang="en-US" sz="1500">
                <a:latin typeface="Georgia"/>
              </a:rPr>
              <a:t>: </a:t>
            </a:r>
            <a:br>
              <a:rPr lang="en-US" sz="1500">
                <a:latin typeface="Georgia"/>
              </a:rPr>
            </a:br>
            <a:r>
              <a:rPr lang="en-US" sz="1500">
                <a:latin typeface="Georgia"/>
              </a:rPr>
              <a:t>Quantify from electric lighting simulation</a:t>
            </a:r>
            <a:br>
              <a:rPr lang="en-US" sz="1500">
                <a:latin typeface="Georgia"/>
              </a:rPr>
            </a:br>
            <a:r>
              <a:rPr lang="en-US" sz="1500">
                <a:latin typeface="Georgia"/>
              </a:rPr>
              <a:t>The restriction we </a:t>
            </a:r>
            <a:r>
              <a:rPr lang="en-US" altLang="zh-CN" sz="1500">
                <a:latin typeface="Georgia"/>
              </a:rPr>
              <a:t>need to follow</a:t>
            </a:r>
            <a:endParaRPr lang="en-US" sz="1500">
              <a:latin typeface="Georgia"/>
            </a:endParaRPr>
          </a:p>
        </p:txBody>
      </p:sp>
      <p:sp>
        <p:nvSpPr>
          <p:cNvPr id="9" name="Title 1">
            <a:extLst>
              <a:ext uri="{FF2B5EF4-FFF2-40B4-BE49-F238E27FC236}">
                <a16:creationId xmlns:a16="http://schemas.microsoft.com/office/drawing/2014/main" id="{A3C3408A-A82E-B539-6A42-96A083704BE4}"/>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14" name="Picture 13">
            <a:extLst>
              <a:ext uri="{FF2B5EF4-FFF2-40B4-BE49-F238E27FC236}">
                <a16:creationId xmlns:a16="http://schemas.microsoft.com/office/drawing/2014/main" id="{AA7A0FAE-8556-A4AE-5A00-9B203AF19A5D}"/>
              </a:ext>
            </a:extLst>
          </p:cNvPr>
          <p:cNvPicPr>
            <a:picLocks noChangeAspect="1"/>
          </p:cNvPicPr>
          <p:nvPr/>
        </p:nvPicPr>
        <p:blipFill>
          <a:blip r:embed="rId4"/>
          <a:stretch>
            <a:fillRect/>
          </a:stretch>
        </p:blipFill>
        <p:spPr>
          <a:xfrm>
            <a:off x="7363313" y="2869141"/>
            <a:ext cx="3990488" cy="2861865"/>
          </a:xfrm>
          <a:prstGeom prst="rect">
            <a:avLst/>
          </a:prstGeom>
        </p:spPr>
      </p:pic>
    </p:spTree>
    <p:extLst>
      <p:ext uri="{BB962C8B-B14F-4D97-AF65-F5344CB8AC3E}">
        <p14:creationId xmlns:p14="http://schemas.microsoft.com/office/powerpoint/2010/main" val="299856467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DF09A-5F21-4449-3CC1-E1988AFAF68E}"/>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8C19B74-913F-833C-1451-DF2F89432315}"/>
              </a:ext>
            </a:extLst>
          </p:cNvPr>
          <p:cNvPicPr>
            <a:picLocks noChangeAspect="1"/>
          </p:cNvPicPr>
          <p:nvPr/>
        </p:nvPicPr>
        <p:blipFill>
          <a:blip r:embed="rId3"/>
          <a:stretch>
            <a:fillRect/>
          </a:stretch>
        </p:blipFill>
        <p:spPr>
          <a:xfrm>
            <a:off x="7432605" y="2936848"/>
            <a:ext cx="4038338" cy="3662262"/>
          </a:xfrm>
          <a:prstGeom prst="rect">
            <a:avLst/>
          </a:prstGeom>
        </p:spPr>
      </p:pic>
      <p:pic>
        <p:nvPicPr>
          <p:cNvPr id="7" name="Picture 6" descr="A diagram of a diagram of a computer">
            <a:extLst>
              <a:ext uri="{FF2B5EF4-FFF2-40B4-BE49-F238E27FC236}">
                <a16:creationId xmlns:a16="http://schemas.microsoft.com/office/drawing/2014/main" id="{83050729-7972-6F7F-C3F8-F48B7E7B4E1C}"/>
              </a:ext>
            </a:extLst>
          </p:cNvPr>
          <p:cNvPicPr>
            <a:picLocks noChangeAspect="1"/>
          </p:cNvPicPr>
          <p:nvPr/>
        </p:nvPicPr>
        <p:blipFill>
          <a:blip r:embed="rId4"/>
          <a:srcRect r="39270" b="35657"/>
          <a:stretch>
            <a:fillRect/>
          </a:stretch>
        </p:blipFill>
        <p:spPr>
          <a:xfrm>
            <a:off x="1006231" y="1140883"/>
            <a:ext cx="6181969" cy="3456517"/>
          </a:xfrm>
          <a:prstGeom prst="rect">
            <a:avLst/>
          </a:prstGeom>
        </p:spPr>
      </p:pic>
      <p:sp>
        <p:nvSpPr>
          <p:cNvPr id="3" name="Rectangle 2">
            <a:extLst>
              <a:ext uri="{FF2B5EF4-FFF2-40B4-BE49-F238E27FC236}">
                <a16:creationId xmlns:a16="http://schemas.microsoft.com/office/drawing/2014/main" id="{24B2E81B-1492-108E-2F0E-A792B61609D1}"/>
              </a:ext>
            </a:extLst>
          </p:cNvPr>
          <p:cNvSpPr/>
          <p:nvPr/>
        </p:nvSpPr>
        <p:spPr>
          <a:xfrm>
            <a:off x="3337697" y="1271953"/>
            <a:ext cx="3579633" cy="2643913"/>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4" name="Content Placeholder 2">
            <a:extLst>
              <a:ext uri="{FF2B5EF4-FFF2-40B4-BE49-F238E27FC236}">
                <a16:creationId xmlns:a16="http://schemas.microsoft.com/office/drawing/2014/main" id="{76BEC37A-F193-AFE7-27FF-604181F95596}"/>
              </a:ext>
            </a:extLst>
          </p:cNvPr>
          <p:cNvSpPr>
            <a:spLocks noGrp="1"/>
          </p:cNvSpPr>
          <p:nvPr>
            <p:ph idx="1"/>
          </p:nvPr>
        </p:nvSpPr>
        <p:spPr>
          <a:xfrm>
            <a:off x="7313543" y="1258701"/>
            <a:ext cx="4933950" cy="4824462"/>
          </a:xfrm>
        </p:spPr>
        <p:txBody>
          <a:bodyPr vert="horz" lIns="91440" tIns="45720" rIns="91440" bIns="45720" rtlCol="0" anchor="t">
            <a:normAutofit/>
          </a:bodyPr>
          <a:lstStyle/>
          <a:p>
            <a:pPr marL="0" indent="0">
              <a:buNone/>
            </a:pPr>
            <a:r>
              <a:rPr lang="en-US" altLang="zh-CN" sz="1800" b="1">
                <a:highlight>
                  <a:srgbClr val="00D4CD"/>
                </a:highlight>
                <a:latin typeface="Georgia"/>
              </a:rPr>
              <a:t>(c) Objective variables</a:t>
            </a:r>
          </a:p>
          <a:p>
            <a:pPr marL="0" indent="0">
              <a:buNone/>
            </a:pPr>
            <a:r>
              <a:rPr lang="en-US" sz="1500" u="sng">
                <a:solidFill>
                  <a:srgbClr val="DE00E3"/>
                </a:solidFill>
                <a:latin typeface="Georgia"/>
              </a:rPr>
              <a:t>Light energy consumption</a:t>
            </a:r>
            <a:r>
              <a:rPr lang="en-US" sz="1500">
                <a:latin typeface="Georgia"/>
              </a:rPr>
              <a:t>: </a:t>
            </a:r>
            <a:br>
              <a:rPr lang="en-US" sz="1500">
                <a:latin typeface="Georgia"/>
              </a:rPr>
            </a:br>
            <a:r>
              <a:rPr lang="en-US" sz="1500">
                <a:latin typeface="Georgia"/>
              </a:rPr>
              <a:t>The parameter that we want to be lower</a:t>
            </a:r>
          </a:p>
          <a:p>
            <a:pPr marL="0" indent="0">
              <a:buNone/>
            </a:pPr>
            <a:r>
              <a:rPr lang="en-US" sz="1500" u="sng">
                <a:solidFill>
                  <a:srgbClr val="DE00E3"/>
                </a:solidFill>
                <a:latin typeface="Georgia"/>
              </a:rPr>
              <a:t>Visual light comfort</a:t>
            </a:r>
            <a:r>
              <a:rPr lang="en-US" sz="1500">
                <a:latin typeface="Georgia"/>
              </a:rPr>
              <a:t>: </a:t>
            </a:r>
            <a:br>
              <a:rPr lang="en-US" sz="1500">
                <a:latin typeface="Georgia"/>
              </a:rPr>
            </a:br>
            <a:r>
              <a:rPr lang="en-US" sz="1500">
                <a:latin typeface="Georgia"/>
              </a:rPr>
              <a:t>Quantify from electric lighting simulation</a:t>
            </a:r>
            <a:br>
              <a:rPr lang="en-US" sz="1500">
                <a:latin typeface="Georgia"/>
              </a:rPr>
            </a:br>
            <a:r>
              <a:rPr lang="en-US" sz="1500">
                <a:latin typeface="Georgia"/>
              </a:rPr>
              <a:t>The restriction we </a:t>
            </a:r>
            <a:r>
              <a:rPr lang="en-US" altLang="zh-CN" sz="1500">
                <a:latin typeface="Georgia"/>
              </a:rPr>
              <a:t>need to follow</a:t>
            </a:r>
            <a:endParaRPr lang="en-US" sz="1500">
              <a:latin typeface="Georgia"/>
            </a:endParaRPr>
          </a:p>
        </p:txBody>
      </p:sp>
      <p:pic>
        <p:nvPicPr>
          <p:cNvPr id="13" name="Picture 2" descr="Man working on a laptop from side view - Free computer icons">
            <a:extLst>
              <a:ext uri="{FF2B5EF4-FFF2-40B4-BE49-F238E27FC236}">
                <a16:creationId xmlns:a16="http://schemas.microsoft.com/office/drawing/2014/main" id="{4088B5A9-9337-016D-6BAC-7FA1B06A75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1997" y="4278874"/>
            <a:ext cx="172983" cy="172983"/>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A0647575-0EB5-5DF1-D325-7BB9067E617F}"/>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8" name="Picture 2" descr="Man working on a laptop from side view - Free computer icons">
            <a:extLst>
              <a:ext uri="{FF2B5EF4-FFF2-40B4-BE49-F238E27FC236}">
                <a16:creationId xmlns:a16="http://schemas.microsoft.com/office/drawing/2014/main" id="{08BAC3E0-2F82-22D3-0F40-F3B419D431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92791" y="4024005"/>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an working on a laptop from side view - Free computer icons">
            <a:extLst>
              <a:ext uri="{FF2B5EF4-FFF2-40B4-BE49-F238E27FC236}">
                <a16:creationId xmlns:a16="http://schemas.microsoft.com/office/drawing/2014/main" id="{C982289A-B6CD-D781-8F1C-62F64C8A96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1203" y="4997656"/>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Man working on a laptop from side view - Free computer icons">
            <a:extLst>
              <a:ext uri="{FF2B5EF4-FFF2-40B4-BE49-F238E27FC236}">
                <a16:creationId xmlns:a16="http://schemas.microsoft.com/office/drawing/2014/main" id="{AF3D17C7-3C93-CF81-204B-39E795DF2A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31997" y="4742787"/>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Man working on a laptop from side view - Free computer icons">
            <a:extLst>
              <a:ext uri="{FF2B5EF4-FFF2-40B4-BE49-F238E27FC236}">
                <a16:creationId xmlns:a16="http://schemas.microsoft.com/office/drawing/2014/main" id="{3B5F821F-4EFD-70B6-BA70-6543F1C090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05991" y="4779482"/>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Man working on a laptop from side view - Free computer icons">
            <a:extLst>
              <a:ext uri="{FF2B5EF4-FFF2-40B4-BE49-F238E27FC236}">
                <a16:creationId xmlns:a16="http://schemas.microsoft.com/office/drawing/2014/main" id="{4D2CEB11-0299-FDEA-D78E-85D205E30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66785" y="4524613"/>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Man working on a laptop from side view - Free computer icons">
            <a:extLst>
              <a:ext uri="{FF2B5EF4-FFF2-40B4-BE49-F238E27FC236}">
                <a16:creationId xmlns:a16="http://schemas.microsoft.com/office/drawing/2014/main" id="{01722949-F86C-462C-1B78-E83E9B5A9E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3711" y="4263535"/>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Man working on a laptop from side view - Free computer icons">
            <a:extLst>
              <a:ext uri="{FF2B5EF4-FFF2-40B4-BE49-F238E27FC236}">
                <a16:creationId xmlns:a16="http://schemas.microsoft.com/office/drawing/2014/main" id="{55C501F6-81D1-41B5-F45F-F12E9A3B7B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9065" y="5511689"/>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Man working on a laptop from side view - Free computer icons">
            <a:extLst>
              <a:ext uri="{FF2B5EF4-FFF2-40B4-BE49-F238E27FC236}">
                <a16:creationId xmlns:a16="http://schemas.microsoft.com/office/drawing/2014/main" id="{6CA0C6C2-CBD5-4F6F-0946-B7A2DC6CDE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59859" y="5256820"/>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Man working on a laptop from side view - Free computer icons">
            <a:extLst>
              <a:ext uri="{FF2B5EF4-FFF2-40B4-BE49-F238E27FC236}">
                <a16:creationId xmlns:a16="http://schemas.microsoft.com/office/drawing/2014/main" id="{4D535770-8A39-DB51-3961-45B9246024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9499" y="5208937"/>
            <a:ext cx="172983" cy="172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86873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23F3F-C134-DD68-F67D-ED4F23712847}"/>
            </a:ext>
          </a:extLst>
        </p:cNvPr>
        <p:cNvGrpSpPr/>
        <p:nvPr/>
      </p:nvGrpSpPr>
      <p:grpSpPr>
        <a:xfrm>
          <a:off x="0" y="0"/>
          <a:ext cx="0" cy="0"/>
          <a:chOff x="0" y="0"/>
          <a:chExt cx="0" cy="0"/>
        </a:xfrm>
      </p:grpSpPr>
      <p:pic>
        <p:nvPicPr>
          <p:cNvPr id="9" name="Picture 8" descr="A diagram of a diagram of a computer">
            <a:extLst>
              <a:ext uri="{FF2B5EF4-FFF2-40B4-BE49-F238E27FC236}">
                <a16:creationId xmlns:a16="http://schemas.microsoft.com/office/drawing/2014/main" id="{122C54E1-FDE5-5549-89C4-11AAAFE4869C}"/>
              </a:ext>
            </a:extLst>
          </p:cNvPr>
          <p:cNvPicPr>
            <a:picLocks noChangeAspect="1"/>
          </p:cNvPicPr>
          <p:nvPr/>
        </p:nvPicPr>
        <p:blipFill>
          <a:blip r:embed="rId3"/>
          <a:srcRect r="24714" b="35657"/>
          <a:stretch>
            <a:fillRect/>
          </a:stretch>
        </p:blipFill>
        <p:spPr>
          <a:xfrm>
            <a:off x="1006231" y="1140883"/>
            <a:ext cx="7663636" cy="3456517"/>
          </a:xfrm>
          <a:prstGeom prst="rect">
            <a:avLst/>
          </a:prstGeom>
        </p:spPr>
      </p:pic>
      <p:sp>
        <p:nvSpPr>
          <p:cNvPr id="3" name="Rectangle 2">
            <a:extLst>
              <a:ext uri="{FF2B5EF4-FFF2-40B4-BE49-F238E27FC236}">
                <a16:creationId xmlns:a16="http://schemas.microsoft.com/office/drawing/2014/main" id="{ED8434EC-D6B8-DA45-3F15-AF65FC165A4D}"/>
              </a:ext>
            </a:extLst>
          </p:cNvPr>
          <p:cNvSpPr/>
          <p:nvPr/>
        </p:nvSpPr>
        <p:spPr>
          <a:xfrm>
            <a:off x="775982" y="3108123"/>
            <a:ext cx="5919830" cy="1447101"/>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6" name="Rectangle 5">
            <a:extLst>
              <a:ext uri="{FF2B5EF4-FFF2-40B4-BE49-F238E27FC236}">
                <a16:creationId xmlns:a16="http://schemas.microsoft.com/office/drawing/2014/main" id="{3C2B89C4-C0F1-B46E-DDC3-78634C0225BE}"/>
              </a:ext>
            </a:extLst>
          </p:cNvPr>
          <p:cNvSpPr/>
          <p:nvPr/>
        </p:nvSpPr>
        <p:spPr>
          <a:xfrm>
            <a:off x="4727195" y="1496430"/>
            <a:ext cx="1968617" cy="3058794"/>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8" name="TextBox 7">
            <a:extLst>
              <a:ext uri="{FF2B5EF4-FFF2-40B4-BE49-F238E27FC236}">
                <a16:creationId xmlns:a16="http://schemas.microsoft.com/office/drawing/2014/main" id="{1CB4313A-474B-EFC7-E118-9DA08B036381}"/>
              </a:ext>
            </a:extLst>
          </p:cNvPr>
          <p:cNvSpPr txBox="1"/>
          <p:nvPr/>
        </p:nvSpPr>
        <p:spPr>
          <a:xfrm>
            <a:off x="7110468" y="5109950"/>
            <a:ext cx="4719582" cy="1538883"/>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a:spAutoFit/>
          </a:bodyPr>
          <a:lstStyle/>
          <a:p>
            <a:pPr marL="0" indent="0">
              <a:buNone/>
            </a:pPr>
            <a:endParaRPr lang="en-US" altLang="zh-CN" sz="2000" b="1">
              <a:latin typeface="Georgia"/>
            </a:endParaRPr>
          </a:p>
          <a:p>
            <a:pPr marL="0" indent="0">
              <a:buNone/>
            </a:pPr>
            <a:r>
              <a:rPr lang="en-US" altLang="zh-CN" sz="2000" b="1">
                <a:highlight>
                  <a:srgbClr val="00D4CD"/>
                </a:highlight>
                <a:latin typeface="Georgia"/>
              </a:rPr>
              <a:t>(d) Optimization</a:t>
            </a:r>
            <a:br>
              <a:rPr lang="en-GB" sz="1800">
                <a:latin typeface="Georgia"/>
              </a:rPr>
            </a:br>
            <a:r>
              <a:rPr lang="en-GB" sz="1800">
                <a:latin typeface="Georgia"/>
              </a:rPr>
              <a:t>Min(Power + Penalty (luminance and uniformity))</a:t>
            </a:r>
          </a:p>
          <a:p>
            <a:pPr marL="0" indent="0">
              <a:buNone/>
            </a:pPr>
            <a:r>
              <a:rPr lang="en-GB" sz="1800">
                <a:latin typeface="Georgia"/>
              </a:rPr>
              <a:t>Galapagos Algorithm</a:t>
            </a:r>
          </a:p>
        </p:txBody>
      </p:sp>
      <p:sp>
        <p:nvSpPr>
          <p:cNvPr id="7" name="Title 1">
            <a:extLst>
              <a:ext uri="{FF2B5EF4-FFF2-40B4-BE49-F238E27FC236}">
                <a16:creationId xmlns:a16="http://schemas.microsoft.com/office/drawing/2014/main" id="{C5CBF870-A9FF-6F7B-FD9A-DF27C88B1CB6}"/>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4" name="Picture 3" descr="A screenshot of a computer&#10;&#10;AI-generated content may be incorrect.">
            <a:extLst>
              <a:ext uri="{FF2B5EF4-FFF2-40B4-BE49-F238E27FC236}">
                <a16:creationId xmlns:a16="http://schemas.microsoft.com/office/drawing/2014/main" id="{5A5D2F7C-76EA-E534-C39C-EB6BCCEC4BED}"/>
              </a:ext>
            </a:extLst>
          </p:cNvPr>
          <p:cNvPicPr>
            <a:picLocks noChangeAspect="1"/>
          </p:cNvPicPr>
          <p:nvPr/>
        </p:nvPicPr>
        <p:blipFill>
          <a:blip r:embed="rId4"/>
          <a:stretch>
            <a:fillRect/>
          </a:stretch>
        </p:blipFill>
        <p:spPr>
          <a:xfrm>
            <a:off x="8900116" y="1496430"/>
            <a:ext cx="2333152" cy="2256818"/>
          </a:xfrm>
          <a:prstGeom prst="rect">
            <a:avLst/>
          </a:prstGeom>
        </p:spPr>
      </p:pic>
      <p:pic>
        <p:nvPicPr>
          <p:cNvPr id="10" name="Picture 9">
            <a:extLst>
              <a:ext uri="{FF2B5EF4-FFF2-40B4-BE49-F238E27FC236}">
                <a16:creationId xmlns:a16="http://schemas.microsoft.com/office/drawing/2014/main" id="{68C5966E-01BB-1EB8-387D-F450F5E62621}"/>
              </a:ext>
            </a:extLst>
          </p:cNvPr>
          <p:cNvPicPr>
            <a:picLocks noChangeAspect="1"/>
          </p:cNvPicPr>
          <p:nvPr/>
        </p:nvPicPr>
        <p:blipFill>
          <a:blip r:embed="rId5"/>
          <a:stretch>
            <a:fillRect/>
          </a:stretch>
        </p:blipFill>
        <p:spPr>
          <a:xfrm>
            <a:off x="7057938" y="3817783"/>
            <a:ext cx="5134062" cy="1559233"/>
          </a:xfrm>
          <a:prstGeom prst="rect">
            <a:avLst/>
          </a:prstGeom>
        </p:spPr>
      </p:pic>
      <p:sp>
        <p:nvSpPr>
          <p:cNvPr id="2" name="Rectangle 1">
            <a:extLst>
              <a:ext uri="{FF2B5EF4-FFF2-40B4-BE49-F238E27FC236}">
                <a16:creationId xmlns:a16="http://schemas.microsoft.com/office/drawing/2014/main" id="{DDDD32B4-7A28-D7BD-5AE9-DED5B0BB61DB}"/>
              </a:ext>
            </a:extLst>
          </p:cNvPr>
          <p:cNvSpPr/>
          <p:nvPr/>
        </p:nvSpPr>
        <p:spPr>
          <a:xfrm>
            <a:off x="7987862" y="3753247"/>
            <a:ext cx="3428156" cy="324767"/>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Tree>
    <p:extLst>
      <p:ext uri="{BB962C8B-B14F-4D97-AF65-F5344CB8AC3E}">
        <p14:creationId xmlns:p14="http://schemas.microsoft.com/office/powerpoint/2010/main" val="38875726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5001-7035-2EDD-964C-D8F281CC0267}"/>
            </a:ext>
          </a:extLst>
        </p:cNvPr>
        <p:cNvGrpSpPr/>
        <p:nvPr/>
      </p:nvGrpSpPr>
      <p:grpSpPr>
        <a:xfrm>
          <a:off x="0" y="0"/>
          <a:ext cx="0" cy="0"/>
          <a:chOff x="0" y="0"/>
          <a:chExt cx="0" cy="0"/>
        </a:xfrm>
      </p:grpSpPr>
      <p:pic>
        <p:nvPicPr>
          <p:cNvPr id="6" name="Picture 5" descr="A diagram of a diagram of a computer">
            <a:extLst>
              <a:ext uri="{FF2B5EF4-FFF2-40B4-BE49-F238E27FC236}">
                <a16:creationId xmlns:a16="http://schemas.microsoft.com/office/drawing/2014/main" id="{A367CF13-318F-0361-A711-4D28605605B2}"/>
              </a:ext>
            </a:extLst>
          </p:cNvPr>
          <p:cNvPicPr>
            <a:picLocks noChangeAspect="1"/>
          </p:cNvPicPr>
          <p:nvPr/>
        </p:nvPicPr>
        <p:blipFill>
          <a:blip r:embed="rId3"/>
          <a:srcRect r="24714" b="35657"/>
          <a:stretch>
            <a:fillRect/>
          </a:stretch>
        </p:blipFill>
        <p:spPr>
          <a:xfrm>
            <a:off x="1006231" y="1140883"/>
            <a:ext cx="7663636" cy="3456517"/>
          </a:xfrm>
          <a:prstGeom prst="rect">
            <a:avLst/>
          </a:prstGeom>
        </p:spPr>
      </p:pic>
      <p:sp>
        <p:nvSpPr>
          <p:cNvPr id="4" name="Content Placeholder 2">
            <a:extLst>
              <a:ext uri="{FF2B5EF4-FFF2-40B4-BE49-F238E27FC236}">
                <a16:creationId xmlns:a16="http://schemas.microsoft.com/office/drawing/2014/main" id="{31A627F4-AB7C-C76B-CC04-02AC43E3BE20}"/>
              </a:ext>
            </a:extLst>
          </p:cNvPr>
          <p:cNvSpPr>
            <a:spLocks noGrp="1"/>
          </p:cNvSpPr>
          <p:nvPr>
            <p:ph idx="1"/>
          </p:nvPr>
        </p:nvSpPr>
        <p:spPr>
          <a:xfrm>
            <a:off x="7110468" y="2894203"/>
            <a:ext cx="4933950" cy="1082180"/>
          </a:xfrm>
        </p:spPr>
        <p:txBody>
          <a:bodyPr vert="horz" lIns="91440" tIns="45720" rIns="91440" bIns="45720" rtlCol="0" anchor="t">
            <a:normAutofit/>
          </a:bodyPr>
          <a:lstStyle/>
          <a:p>
            <a:pPr marL="0" indent="0">
              <a:buNone/>
            </a:pPr>
            <a:r>
              <a:rPr lang="en-US" altLang="zh-CN" sz="2000" b="1">
                <a:highlight>
                  <a:srgbClr val="00D4CD"/>
                </a:highlight>
                <a:latin typeface="Georgia"/>
              </a:rPr>
              <a:t>(e) Optimized result</a:t>
            </a:r>
          </a:p>
          <a:p>
            <a:pPr marL="0" indent="0">
              <a:buNone/>
            </a:pPr>
            <a:r>
              <a:rPr lang="en-SG" sz="1800">
                <a:latin typeface="Georgia"/>
              </a:rPr>
              <a:t>The balanced light control strategy based on inputted occupant distribution</a:t>
            </a:r>
            <a:endParaRPr lang="en-US" sz="1800">
              <a:latin typeface="Georgia"/>
            </a:endParaRPr>
          </a:p>
          <a:p>
            <a:pPr marL="0" indent="0">
              <a:buNone/>
            </a:pPr>
            <a:endParaRPr lang="en-US" sz="1500">
              <a:latin typeface="Georgia"/>
            </a:endParaRPr>
          </a:p>
        </p:txBody>
      </p:sp>
      <p:sp>
        <p:nvSpPr>
          <p:cNvPr id="7" name="Rectangle 6">
            <a:extLst>
              <a:ext uri="{FF2B5EF4-FFF2-40B4-BE49-F238E27FC236}">
                <a16:creationId xmlns:a16="http://schemas.microsoft.com/office/drawing/2014/main" id="{DDEECB4C-69C6-54B4-F83B-5BDD49AAB14B}"/>
              </a:ext>
            </a:extLst>
          </p:cNvPr>
          <p:cNvSpPr/>
          <p:nvPr/>
        </p:nvSpPr>
        <p:spPr>
          <a:xfrm>
            <a:off x="6903370" y="1493753"/>
            <a:ext cx="1912017" cy="1312875"/>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8" name="Title 1">
            <a:extLst>
              <a:ext uri="{FF2B5EF4-FFF2-40B4-BE49-F238E27FC236}">
                <a16:creationId xmlns:a16="http://schemas.microsoft.com/office/drawing/2014/main" id="{E0B9F985-1587-A461-E222-8B0E233919A2}"/>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2" name="Picture 1">
            <a:extLst>
              <a:ext uri="{FF2B5EF4-FFF2-40B4-BE49-F238E27FC236}">
                <a16:creationId xmlns:a16="http://schemas.microsoft.com/office/drawing/2014/main" id="{7C6E3D2C-346F-1BB7-8F18-611550682E7E}"/>
              </a:ext>
            </a:extLst>
          </p:cNvPr>
          <p:cNvPicPr>
            <a:picLocks noChangeAspect="1"/>
          </p:cNvPicPr>
          <p:nvPr/>
        </p:nvPicPr>
        <p:blipFill>
          <a:blip r:embed="rId4"/>
          <a:srcRect t="14836" b="14359"/>
          <a:stretch>
            <a:fillRect/>
          </a:stretch>
        </p:blipFill>
        <p:spPr>
          <a:xfrm>
            <a:off x="7214241" y="3916907"/>
            <a:ext cx="4038338" cy="2593076"/>
          </a:xfrm>
          <a:prstGeom prst="rect">
            <a:avLst/>
          </a:prstGeom>
        </p:spPr>
      </p:pic>
      <p:pic>
        <p:nvPicPr>
          <p:cNvPr id="3" name="Picture 2" descr="Man working on a laptop from side view - Free computer icons">
            <a:extLst>
              <a:ext uri="{FF2B5EF4-FFF2-40B4-BE49-F238E27FC236}">
                <a16:creationId xmlns:a16="http://schemas.microsoft.com/office/drawing/2014/main" id="{F87F1095-CB69-7995-EDC5-4E41BD3A01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3633" y="4715602"/>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Man working on a laptop from side view - Free computer icons">
            <a:extLst>
              <a:ext uri="{FF2B5EF4-FFF2-40B4-BE49-F238E27FC236}">
                <a16:creationId xmlns:a16="http://schemas.microsoft.com/office/drawing/2014/main" id="{9022061C-562A-64BF-3372-1879A5D8EF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4427" y="4460733"/>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an working on a laptop from side view - Free computer icons">
            <a:extLst>
              <a:ext uri="{FF2B5EF4-FFF2-40B4-BE49-F238E27FC236}">
                <a16:creationId xmlns:a16="http://schemas.microsoft.com/office/drawing/2014/main" id="{26B33904-4A0E-89DE-9600-DBD65CED98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52839" y="5434384"/>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Man working on a laptop from side view - Free computer icons">
            <a:extLst>
              <a:ext uri="{FF2B5EF4-FFF2-40B4-BE49-F238E27FC236}">
                <a16:creationId xmlns:a16="http://schemas.microsoft.com/office/drawing/2014/main" id="{6AC4EB9E-C2E9-9D83-C600-DF3872643A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3633" y="5179515"/>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Man working on a laptop from side view - Free computer icons">
            <a:extLst>
              <a:ext uri="{FF2B5EF4-FFF2-40B4-BE49-F238E27FC236}">
                <a16:creationId xmlns:a16="http://schemas.microsoft.com/office/drawing/2014/main" id="{255206CA-51A7-280F-0499-D412AB03D7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7627" y="5216210"/>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Man working on a laptop from side view - Free computer icons">
            <a:extLst>
              <a:ext uri="{FF2B5EF4-FFF2-40B4-BE49-F238E27FC236}">
                <a16:creationId xmlns:a16="http://schemas.microsoft.com/office/drawing/2014/main" id="{418570C1-6491-5081-965B-6F4734943F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48421" y="4961341"/>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Man working on a laptop from side view - Free computer icons">
            <a:extLst>
              <a:ext uri="{FF2B5EF4-FFF2-40B4-BE49-F238E27FC236}">
                <a16:creationId xmlns:a16="http://schemas.microsoft.com/office/drawing/2014/main" id="{F54E9D4A-57DC-783D-4B00-92F752D196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55347" y="4700263"/>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Man working on a laptop from side view - Free computer icons">
            <a:extLst>
              <a:ext uri="{FF2B5EF4-FFF2-40B4-BE49-F238E27FC236}">
                <a16:creationId xmlns:a16="http://schemas.microsoft.com/office/drawing/2014/main" id="{76308634-E77E-4073-BC84-5978836E09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80701" y="5948417"/>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an working on a laptop from side view - Free computer icons">
            <a:extLst>
              <a:ext uri="{FF2B5EF4-FFF2-40B4-BE49-F238E27FC236}">
                <a16:creationId xmlns:a16="http://schemas.microsoft.com/office/drawing/2014/main" id="{EE633077-E4AE-D813-D8FA-8F635333E0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1495" y="5693548"/>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Man working on a laptop from side view - Free computer icons">
            <a:extLst>
              <a:ext uri="{FF2B5EF4-FFF2-40B4-BE49-F238E27FC236}">
                <a16:creationId xmlns:a16="http://schemas.microsoft.com/office/drawing/2014/main" id="{A88BE14D-B27D-9511-7EE9-9366F01CA2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1135" y="5645665"/>
            <a:ext cx="172983" cy="17298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1ADFC8C-98E0-0549-5E44-0E1575815B90}"/>
              </a:ext>
            </a:extLst>
          </p:cNvPr>
          <p:cNvPicPr>
            <a:picLocks noChangeAspect="1"/>
          </p:cNvPicPr>
          <p:nvPr/>
        </p:nvPicPr>
        <p:blipFill>
          <a:blip r:embed="rId6"/>
          <a:stretch>
            <a:fillRect/>
          </a:stretch>
        </p:blipFill>
        <p:spPr>
          <a:xfrm>
            <a:off x="539750" y="6548269"/>
            <a:ext cx="11252579" cy="283440"/>
          </a:xfrm>
          <a:prstGeom prst="rect">
            <a:avLst/>
          </a:prstGeom>
        </p:spPr>
      </p:pic>
    </p:spTree>
    <p:extLst>
      <p:ext uri="{BB962C8B-B14F-4D97-AF65-F5344CB8AC3E}">
        <p14:creationId xmlns:p14="http://schemas.microsoft.com/office/powerpoint/2010/main" val="32231178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D16A7-66B2-28BB-095E-DBDB5550EBD6}"/>
            </a:ext>
          </a:extLst>
        </p:cNvPr>
        <p:cNvGrpSpPr/>
        <p:nvPr/>
      </p:nvGrpSpPr>
      <p:grpSpPr>
        <a:xfrm>
          <a:off x="0" y="0"/>
          <a:ext cx="0" cy="0"/>
          <a:chOff x="0" y="0"/>
          <a:chExt cx="0" cy="0"/>
        </a:xfrm>
      </p:grpSpPr>
      <p:pic>
        <p:nvPicPr>
          <p:cNvPr id="8" name="Picture 7" descr="A diagram of a diagram of a computer">
            <a:extLst>
              <a:ext uri="{FF2B5EF4-FFF2-40B4-BE49-F238E27FC236}">
                <a16:creationId xmlns:a16="http://schemas.microsoft.com/office/drawing/2014/main" id="{BCA7EB06-A2A5-99B7-BB41-1C646AB6C433}"/>
              </a:ext>
            </a:extLst>
          </p:cNvPr>
          <p:cNvPicPr>
            <a:picLocks noChangeAspect="1"/>
          </p:cNvPicPr>
          <p:nvPr/>
        </p:nvPicPr>
        <p:blipFill>
          <a:blip r:embed="rId3"/>
          <a:srcRect r="333" b="36446"/>
          <a:stretch>
            <a:fillRect/>
          </a:stretch>
        </p:blipFill>
        <p:spPr>
          <a:xfrm>
            <a:off x="1006231" y="1140883"/>
            <a:ext cx="10145472" cy="3414184"/>
          </a:xfrm>
          <a:prstGeom prst="rect">
            <a:avLst/>
          </a:prstGeom>
        </p:spPr>
      </p:pic>
      <p:sp>
        <p:nvSpPr>
          <p:cNvPr id="4" name="Content Placeholder 2">
            <a:extLst>
              <a:ext uri="{FF2B5EF4-FFF2-40B4-BE49-F238E27FC236}">
                <a16:creationId xmlns:a16="http://schemas.microsoft.com/office/drawing/2014/main" id="{16854BA0-6D8D-440F-3F91-EBA46369D6A1}"/>
              </a:ext>
            </a:extLst>
          </p:cNvPr>
          <p:cNvSpPr>
            <a:spLocks noGrp="1"/>
          </p:cNvSpPr>
          <p:nvPr>
            <p:ph idx="1"/>
          </p:nvPr>
        </p:nvSpPr>
        <p:spPr>
          <a:xfrm>
            <a:off x="7110468" y="4007697"/>
            <a:ext cx="4933950" cy="1082180"/>
          </a:xfrm>
          <a:solidFill>
            <a:schemeClr val="bg1"/>
          </a:solidFill>
        </p:spPr>
        <p:txBody>
          <a:bodyPr vert="horz" lIns="91440" tIns="45720" rIns="91440" bIns="45720" rtlCol="0" anchor="t">
            <a:normAutofit/>
          </a:bodyPr>
          <a:lstStyle/>
          <a:p>
            <a:pPr marL="0" indent="0">
              <a:buNone/>
            </a:pPr>
            <a:r>
              <a:rPr lang="en-US" altLang="zh-CN" sz="2000" b="1">
                <a:highlight>
                  <a:srgbClr val="00D4CD"/>
                </a:highlight>
                <a:latin typeface="Georgia"/>
              </a:rPr>
              <a:t>(f) Training dataset pairs</a:t>
            </a:r>
          </a:p>
          <a:p>
            <a:pPr marL="0" indent="0">
              <a:buNone/>
            </a:pPr>
            <a:r>
              <a:rPr lang="en-SG" sz="1800">
                <a:latin typeface="Georgia"/>
              </a:rPr>
              <a:t>The balanced light control strategy based on inputted occupant distribution (</a:t>
            </a:r>
            <a:r>
              <a:rPr lang="en-SG" sz="1800">
                <a:solidFill>
                  <a:srgbClr val="00C2BB"/>
                </a:solidFill>
                <a:latin typeface="Georgia"/>
              </a:rPr>
              <a:t>1094</a:t>
            </a:r>
            <a:r>
              <a:rPr lang="en-SG" sz="1800">
                <a:latin typeface="Georgia"/>
              </a:rPr>
              <a:t> pairs)</a:t>
            </a:r>
            <a:endParaRPr lang="en-US" sz="1800">
              <a:latin typeface="Georgia"/>
            </a:endParaRPr>
          </a:p>
          <a:p>
            <a:pPr marL="0" indent="0">
              <a:buNone/>
            </a:pPr>
            <a:endParaRPr lang="en-US" sz="1500">
              <a:latin typeface="Georgia"/>
            </a:endParaRPr>
          </a:p>
        </p:txBody>
      </p:sp>
      <p:sp>
        <p:nvSpPr>
          <p:cNvPr id="7" name="Rectangle 6">
            <a:extLst>
              <a:ext uri="{FF2B5EF4-FFF2-40B4-BE49-F238E27FC236}">
                <a16:creationId xmlns:a16="http://schemas.microsoft.com/office/drawing/2014/main" id="{675E9CAF-4CD0-062B-2E87-1904D0C4265D}"/>
              </a:ext>
            </a:extLst>
          </p:cNvPr>
          <p:cNvSpPr/>
          <p:nvPr/>
        </p:nvSpPr>
        <p:spPr>
          <a:xfrm>
            <a:off x="8627164" y="1557130"/>
            <a:ext cx="2524539" cy="2226366"/>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3" name="Rectangle 2">
            <a:extLst>
              <a:ext uri="{FF2B5EF4-FFF2-40B4-BE49-F238E27FC236}">
                <a16:creationId xmlns:a16="http://schemas.microsoft.com/office/drawing/2014/main" id="{794EDD88-5F8C-B11C-E113-FF571D45A382}"/>
              </a:ext>
            </a:extLst>
          </p:cNvPr>
          <p:cNvSpPr/>
          <p:nvPr/>
        </p:nvSpPr>
        <p:spPr>
          <a:xfrm>
            <a:off x="7110467" y="1781331"/>
            <a:ext cx="1516697" cy="975121"/>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6" name="Rectangle 5">
            <a:extLst>
              <a:ext uri="{FF2B5EF4-FFF2-40B4-BE49-F238E27FC236}">
                <a16:creationId xmlns:a16="http://schemas.microsoft.com/office/drawing/2014/main" id="{E61C5BD1-D298-236D-95FD-8CB89356FCA2}"/>
              </a:ext>
            </a:extLst>
          </p:cNvPr>
          <p:cNvSpPr/>
          <p:nvPr/>
        </p:nvSpPr>
        <p:spPr>
          <a:xfrm>
            <a:off x="1604189" y="1204862"/>
            <a:ext cx="1450438" cy="670322"/>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10" name="Title 1">
            <a:extLst>
              <a:ext uri="{FF2B5EF4-FFF2-40B4-BE49-F238E27FC236}">
                <a16:creationId xmlns:a16="http://schemas.microsoft.com/office/drawing/2014/main" id="{ECC044CB-0399-1091-1BEE-6AF9E1AC25C5}"/>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13" name="Picture 12">
            <a:extLst>
              <a:ext uri="{FF2B5EF4-FFF2-40B4-BE49-F238E27FC236}">
                <a16:creationId xmlns:a16="http://schemas.microsoft.com/office/drawing/2014/main" id="{A898D07E-B856-8AFB-DFE4-7DE0C84D58DF}"/>
              </a:ext>
            </a:extLst>
          </p:cNvPr>
          <p:cNvPicPr>
            <a:picLocks noChangeAspect="1"/>
          </p:cNvPicPr>
          <p:nvPr/>
        </p:nvPicPr>
        <p:blipFill>
          <a:blip r:embed="rId4"/>
          <a:stretch>
            <a:fillRect/>
          </a:stretch>
        </p:blipFill>
        <p:spPr>
          <a:xfrm>
            <a:off x="1604189" y="5034741"/>
            <a:ext cx="5370394" cy="1524739"/>
          </a:xfrm>
          <a:prstGeom prst="rect">
            <a:avLst/>
          </a:prstGeom>
        </p:spPr>
      </p:pic>
      <p:pic>
        <p:nvPicPr>
          <p:cNvPr id="15" name="Picture 14">
            <a:extLst>
              <a:ext uri="{FF2B5EF4-FFF2-40B4-BE49-F238E27FC236}">
                <a16:creationId xmlns:a16="http://schemas.microsoft.com/office/drawing/2014/main" id="{E2F8E095-2394-3E1A-D664-CE48061D80AA}"/>
              </a:ext>
            </a:extLst>
          </p:cNvPr>
          <p:cNvPicPr>
            <a:picLocks noChangeAspect="1"/>
          </p:cNvPicPr>
          <p:nvPr/>
        </p:nvPicPr>
        <p:blipFill>
          <a:blip r:embed="rId5"/>
          <a:stretch>
            <a:fillRect/>
          </a:stretch>
        </p:blipFill>
        <p:spPr>
          <a:xfrm>
            <a:off x="7219666" y="5034741"/>
            <a:ext cx="4405951" cy="1545723"/>
          </a:xfrm>
          <a:prstGeom prst="rect">
            <a:avLst/>
          </a:prstGeom>
        </p:spPr>
      </p:pic>
      <p:sp>
        <p:nvSpPr>
          <p:cNvPr id="2" name="Rectangle 1">
            <a:extLst>
              <a:ext uri="{FF2B5EF4-FFF2-40B4-BE49-F238E27FC236}">
                <a16:creationId xmlns:a16="http://schemas.microsoft.com/office/drawing/2014/main" id="{4101C826-1647-F69F-E6EA-D76DEE44BF7F}"/>
              </a:ext>
            </a:extLst>
          </p:cNvPr>
          <p:cNvSpPr/>
          <p:nvPr/>
        </p:nvSpPr>
        <p:spPr>
          <a:xfrm>
            <a:off x="1468304" y="4968591"/>
            <a:ext cx="2962015" cy="1717958"/>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5" name="Rectangle 4">
            <a:extLst>
              <a:ext uri="{FF2B5EF4-FFF2-40B4-BE49-F238E27FC236}">
                <a16:creationId xmlns:a16="http://schemas.microsoft.com/office/drawing/2014/main" id="{C0211C97-DB86-62E5-73B6-873F264A39E0}"/>
              </a:ext>
            </a:extLst>
          </p:cNvPr>
          <p:cNvSpPr/>
          <p:nvPr/>
        </p:nvSpPr>
        <p:spPr>
          <a:xfrm>
            <a:off x="4587498" y="4971314"/>
            <a:ext cx="7102852" cy="1717958"/>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9" name="Content Placeholder 2">
            <a:extLst>
              <a:ext uri="{FF2B5EF4-FFF2-40B4-BE49-F238E27FC236}">
                <a16:creationId xmlns:a16="http://schemas.microsoft.com/office/drawing/2014/main" id="{D2FA2DC2-183E-06BB-46FB-8D8F75F449EB}"/>
              </a:ext>
            </a:extLst>
          </p:cNvPr>
          <p:cNvSpPr txBox="1">
            <a:spLocks/>
          </p:cNvSpPr>
          <p:nvPr/>
        </p:nvSpPr>
        <p:spPr>
          <a:xfrm>
            <a:off x="2285716" y="4627973"/>
            <a:ext cx="4933950" cy="340618"/>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800" i="1">
                <a:latin typeface="Georgia"/>
              </a:rPr>
              <a:t>Lighting control – Occupant distribution</a:t>
            </a:r>
            <a:endParaRPr lang="en-US" sz="1500" i="1">
              <a:latin typeface="Georgia"/>
            </a:endParaRPr>
          </a:p>
        </p:txBody>
      </p:sp>
    </p:spTree>
    <p:extLst>
      <p:ext uri="{BB962C8B-B14F-4D97-AF65-F5344CB8AC3E}">
        <p14:creationId xmlns:p14="http://schemas.microsoft.com/office/powerpoint/2010/main" val="35560066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005F9-829B-91E3-C7D5-8D9C2C118752}"/>
            </a:ext>
          </a:extLst>
        </p:cNvPr>
        <p:cNvGrpSpPr/>
        <p:nvPr/>
      </p:nvGrpSpPr>
      <p:grpSpPr>
        <a:xfrm>
          <a:off x="0" y="0"/>
          <a:ext cx="0" cy="0"/>
          <a:chOff x="0" y="0"/>
          <a:chExt cx="0" cy="0"/>
        </a:xfrm>
      </p:grpSpPr>
      <p:pic>
        <p:nvPicPr>
          <p:cNvPr id="8" name="Picture 7" descr="A diagram of a diagram of a computer">
            <a:extLst>
              <a:ext uri="{FF2B5EF4-FFF2-40B4-BE49-F238E27FC236}">
                <a16:creationId xmlns:a16="http://schemas.microsoft.com/office/drawing/2014/main" id="{424C2389-F146-F429-A833-EDEC1A1878AF}"/>
              </a:ext>
            </a:extLst>
          </p:cNvPr>
          <p:cNvPicPr>
            <a:picLocks noChangeAspect="1"/>
          </p:cNvPicPr>
          <p:nvPr/>
        </p:nvPicPr>
        <p:blipFill>
          <a:blip r:embed="rId3"/>
          <a:srcRect r="333" b="26490"/>
          <a:stretch>
            <a:fillRect/>
          </a:stretch>
        </p:blipFill>
        <p:spPr>
          <a:xfrm>
            <a:off x="1006231" y="1140883"/>
            <a:ext cx="10145472" cy="3948994"/>
          </a:xfrm>
          <a:prstGeom prst="rect">
            <a:avLst/>
          </a:prstGeom>
        </p:spPr>
      </p:pic>
      <p:sp>
        <p:nvSpPr>
          <p:cNvPr id="4" name="Content Placeholder 2">
            <a:extLst>
              <a:ext uri="{FF2B5EF4-FFF2-40B4-BE49-F238E27FC236}">
                <a16:creationId xmlns:a16="http://schemas.microsoft.com/office/drawing/2014/main" id="{A3847B3F-E11F-934A-C3FF-E2117CC856E9}"/>
              </a:ext>
            </a:extLst>
          </p:cNvPr>
          <p:cNvSpPr>
            <a:spLocks noGrp="1"/>
          </p:cNvSpPr>
          <p:nvPr>
            <p:ph idx="1"/>
          </p:nvPr>
        </p:nvSpPr>
        <p:spPr>
          <a:xfrm>
            <a:off x="6991935" y="5300870"/>
            <a:ext cx="4933950" cy="1082180"/>
          </a:xfrm>
          <a:solidFill>
            <a:schemeClr val="bg1"/>
          </a:solidFill>
        </p:spPr>
        <p:txBody>
          <a:bodyPr vert="horz" lIns="91440" tIns="45720" rIns="91440" bIns="45720" rtlCol="0" anchor="t">
            <a:normAutofit/>
          </a:bodyPr>
          <a:lstStyle/>
          <a:p>
            <a:pPr marL="0" indent="0">
              <a:buNone/>
            </a:pPr>
            <a:r>
              <a:rPr lang="en-US" altLang="zh-CN" sz="2000" b="1">
                <a:highlight>
                  <a:srgbClr val="00D4CD"/>
                </a:highlight>
                <a:latin typeface="Georgia"/>
                <a:ea typeface="等线"/>
              </a:rPr>
              <a:t>(g) Train surrogate model</a:t>
            </a:r>
            <a:endParaRPr lang="en-US" altLang="zh-CN" sz="2000" b="1">
              <a:highlight>
                <a:srgbClr val="00D4CD"/>
              </a:highlight>
              <a:latin typeface="Georgia"/>
              <a:ea typeface="等线" panose="02010600030101010101" pitchFamily="2" charset="-122"/>
            </a:endParaRPr>
          </a:p>
          <a:p>
            <a:pPr marL="0" indent="0">
              <a:buNone/>
            </a:pPr>
            <a:endParaRPr lang="en-SG" sz="1800">
              <a:latin typeface="Georgia"/>
              <a:ea typeface="等线" panose="02010600030101010101" pitchFamily="2" charset="-122"/>
            </a:endParaRPr>
          </a:p>
          <a:p>
            <a:pPr marL="0" indent="0">
              <a:buNone/>
            </a:pPr>
            <a:endParaRPr lang="en-US" sz="1500">
              <a:latin typeface="Georgia"/>
              <a:ea typeface="等线"/>
            </a:endParaRPr>
          </a:p>
        </p:txBody>
      </p:sp>
      <p:sp>
        <p:nvSpPr>
          <p:cNvPr id="5" name="Content Placeholder 2">
            <a:extLst>
              <a:ext uri="{FF2B5EF4-FFF2-40B4-BE49-F238E27FC236}">
                <a16:creationId xmlns:a16="http://schemas.microsoft.com/office/drawing/2014/main" id="{4898CEA4-CEB2-5D29-4B31-7A25C1220A64}"/>
              </a:ext>
            </a:extLst>
          </p:cNvPr>
          <p:cNvSpPr txBox="1">
            <a:spLocks/>
          </p:cNvSpPr>
          <p:nvPr/>
        </p:nvSpPr>
        <p:spPr>
          <a:xfrm>
            <a:off x="336550" y="1140884"/>
            <a:ext cx="6991350" cy="405449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500">
              <a:latin typeface="Georgia"/>
            </a:endParaRPr>
          </a:p>
        </p:txBody>
      </p:sp>
      <p:sp>
        <p:nvSpPr>
          <p:cNvPr id="9" name="Title 1">
            <a:extLst>
              <a:ext uri="{FF2B5EF4-FFF2-40B4-BE49-F238E27FC236}">
                <a16:creationId xmlns:a16="http://schemas.microsoft.com/office/drawing/2014/main" id="{7D175AAB-FB31-B462-F95E-720FB90B262B}"/>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pic>
        <p:nvPicPr>
          <p:cNvPr id="2" name="图片 1">
            <a:extLst>
              <a:ext uri="{FF2B5EF4-FFF2-40B4-BE49-F238E27FC236}">
                <a16:creationId xmlns:a16="http://schemas.microsoft.com/office/drawing/2014/main" id="{E2B2B382-A6C0-91D9-B91D-ADA4C14E3DC7}"/>
              </a:ext>
            </a:extLst>
          </p:cNvPr>
          <p:cNvPicPr>
            <a:picLocks noChangeAspect="1"/>
          </p:cNvPicPr>
          <p:nvPr/>
        </p:nvPicPr>
        <p:blipFill>
          <a:blip r:embed="rId4"/>
          <a:srcRect l="99" t="-557" r="4651" b="-359"/>
          <a:stretch>
            <a:fillRect/>
          </a:stretch>
        </p:blipFill>
        <p:spPr>
          <a:xfrm>
            <a:off x="335988" y="1144037"/>
            <a:ext cx="1228318" cy="1230009"/>
          </a:xfrm>
          <a:prstGeom prst="rect">
            <a:avLst/>
          </a:prstGeom>
        </p:spPr>
      </p:pic>
      <p:sp>
        <p:nvSpPr>
          <p:cNvPr id="7" name="Content Placeholder 2">
            <a:extLst>
              <a:ext uri="{FF2B5EF4-FFF2-40B4-BE49-F238E27FC236}">
                <a16:creationId xmlns:a16="http://schemas.microsoft.com/office/drawing/2014/main" id="{1AFE8103-0FB5-F8A9-E9A2-FBF3BA330332}"/>
              </a:ext>
            </a:extLst>
          </p:cNvPr>
          <p:cNvSpPr txBox="1">
            <a:spLocks/>
          </p:cNvSpPr>
          <p:nvPr/>
        </p:nvSpPr>
        <p:spPr>
          <a:xfrm>
            <a:off x="495644" y="2379046"/>
            <a:ext cx="3675142" cy="892304"/>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800">
                <a:latin typeface="Georgia"/>
                <a:ea typeface="等线"/>
              </a:rPr>
              <a:t>Image Input:</a:t>
            </a:r>
          </a:p>
          <a:p>
            <a:pPr marL="0" indent="0">
              <a:buNone/>
            </a:pPr>
            <a:r>
              <a:rPr lang="en-SG" sz="1800">
                <a:latin typeface="Georgia"/>
                <a:ea typeface="等线"/>
              </a:rPr>
              <a:t>RGB Plan image of seat occupancy</a:t>
            </a:r>
            <a:endParaRPr lang="zh-CN" altLang="en-US">
              <a:ea typeface="等线"/>
            </a:endParaRPr>
          </a:p>
        </p:txBody>
      </p:sp>
      <p:grpSp>
        <p:nvGrpSpPr>
          <p:cNvPr id="16" name="组合 15">
            <a:extLst>
              <a:ext uri="{FF2B5EF4-FFF2-40B4-BE49-F238E27FC236}">
                <a16:creationId xmlns:a16="http://schemas.microsoft.com/office/drawing/2014/main" id="{14A02DBF-0E62-F0A8-E3E1-08C8E14A7CEC}"/>
              </a:ext>
            </a:extLst>
          </p:cNvPr>
          <p:cNvGrpSpPr/>
          <p:nvPr/>
        </p:nvGrpSpPr>
        <p:grpSpPr>
          <a:xfrm>
            <a:off x="509142" y="3370309"/>
            <a:ext cx="3422066" cy="2343052"/>
            <a:chOff x="509142" y="3103355"/>
            <a:chExt cx="3422066" cy="2343052"/>
          </a:xfrm>
        </p:grpSpPr>
        <p:pic>
          <p:nvPicPr>
            <p:cNvPr id="10" name="图片 9">
              <a:extLst>
                <a:ext uri="{FF2B5EF4-FFF2-40B4-BE49-F238E27FC236}">
                  <a16:creationId xmlns:a16="http://schemas.microsoft.com/office/drawing/2014/main" id="{84104443-20C8-1014-093E-94C8A1927FCB}"/>
                </a:ext>
              </a:extLst>
            </p:cNvPr>
            <p:cNvPicPr>
              <a:picLocks noChangeAspect="1"/>
            </p:cNvPicPr>
            <p:nvPr/>
          </p:nvPicPr>
          <p:blipFill>
            <a:blip r:embed="rId5"/>
            <a:srcRect l="930" r="-88"/>
            <a:stretch>
              <a:fillRect/>
            </a:stretch>
          </p:blipFill>
          <p:spPr>
            <a:xfrm>
              <a:off x="509142" y="3103355"/>
              <a:ext cx="3418360" cy="1458048"/>
            </a:xfrm>
            <a:prstGeom prst="rect">
              <a:avLst/>
            </a:prstGeom>
          </p:spPr>
        </p:pic>
        <p:pic>
          <p:nvPicPr>
            <p:cNvPr id="11" name="图片 10">
              <a:extLst>
                <a:ext uri="{FF2B5EF4-FFF2-40B4-BE49-F238E27FC236}">
                  <a16:creationId xmlns:a16="http://schemas.microsoft.com/office/drawing/2014/main" id="{7A0107C0-5BBA-6C75-2133-2B58901A31A2}"/>
                </a:ext>
              </a:extLst>
            </p:cNvPr>
            <p:cNvPicPr>
              <a:picLocks noChangeAspect="1"/>
            </p:cNvPicPr>
            <p:nvPr/>
          </p:nvPicPr>
          <p:blipFill>
            <a:blip r:embed="rId6"/>
            <a:stretch>
              <a:fillRect/>
            </a:stretch>
          </p:blipFill>
          <p:spPr>
            <a:xfrm>
              <a:off x="577108" y="4224892"/>
              <a:ext cx="3354100" cy="1221515"/>
            </a:xfrm>
            <a:prstGeom prst="rect">
              <a:avLst/>
            </a:prstGeom>
          </p:spPr>
        </p:pic>
      </p:grpSp>
      <p:sp>
        <p:nvSpPr>
          <p:cNvPr id="13" name="Content Placeholder 2">
            <a:extLst>
              <a:ext uri="{FF2B5EF4-FFF2-40B4-BE49-F238E27FC236}">
                <a16:creationId xmlns:a16="http://schemas.microsoft.com/office/drawing/2014/main" id="{6F57A13B-9314-747E-4E18-34FF34A92635}"/>
              </a:ext>
            </a:extLst>
          </p:cNvPr>
          <p:cNvSpPr txBox="1">
            <a:spLocks/>
          </p:cNvSpPr>
          <p:nvPr/>
        </p:nvSpPr>
        <p:spPr>
          <a:xfrm>
            <a:off x="506942" y="5797337"/>
            <a:ext cx="3842808" cy="1156264"/>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altLang="zh-CN" sz="1800">
                <a:latin typeface="Georgia"/>
                <a:ea typeface="等线"/>
              </a:rPr>
              <a:t>Tabular Input:</a:t>
            </a:r>
          </a:p>
          <a:p>
            <a:pPr marL="0" indent="0">
              <a:buNone/>
            </a:pPr>
            <a:r>
              <a:rPr lang="en-SG" altLang="zh-CN" sz="1800">
                <a:latin typeface="Georgia"/>
                <a:ea typeface="等线"/>
              </a:rPr>
              <a:t>Occupant Count + Seat Occupancy</a:t>
            </a:r>
          </a:p>
          <a:p>
            <a:pPr marL="0" indent="0">
              <a:buNone/>
            </a:pPr>
            <a:endParaRPr lang="en-SG" altLang="zh-CN" sz="1800">
              <a:latin typeface="Georgia"/>
              <a:ea typeface="等线"/>
            </a:endParaRPr>
          </a:p>
        </p:txBody>
      </p:sp>
      <p:pic>
        <p:nvPicPr>
          <p:cNvPr id="14" name="图片 13" descr="形状&#10;&#10;AI 生成的内容可能不正确。">
            <a:extLst>
              <a:ext uri="{FF2B5EF4-FFF2-40B4-BE49-F238E27FC236}">
                <a16:creationId xmlns:a16="http://schemas.microsoft.com/office/drawing/2014/main" id="{367BB58A-A10C-2961-02BA-31D14D79E9FB}"/>
              </a:ext>
            </a:extLst>
          </p:cNvPr>
          <p:cNvPicPr>
            <a:picLocks noChangeAspect="1"/>
          </p:cNvPicPr>
          <p:nvPr/>
        </p:nvPicPr>
        <p:blipFill>
          <a:blip r:embed="rId7"/>
          <a:srcRect t="-232" r="5769" b="485"/>
          <a:stretch>
            <a:fillRect/>
          </a:stretch>
        </p:blipFill>
        <p:spPr>
          <a:xfrm>
            <a:off x="1563255" y="1144753"/>
            <a:ext cx="1231549" cy="1234540"/>
          </a:xfrm>
          <a:prstGeom prst="rect">
            <a:avLst/>
          </a:prstGeom>
        </p:spPr>
      </p:pic>
      <p:pic>
        <p:nvPicPr>
          <p:cNvPr id="15" name="图片 14">
            <a:extLst>
              <a:ext uri="{FF2B5EF4-FFF2-40B4-BE49-F238E27FC236}">
                <a16:creationId xmlns:a16="http://schemas.microsoft.com/office/drawing/2014/main" id="{CF189877-0DB7-9130-ABDB-24D548E09CBC}"/>
              </a:ext>
            </a:extLst>
          </p:cNvPr>
          <p:cNvPicPr>
            <a:picLocks noChangeAspect="1"/>
          </p:cNvPicPr>
          <p:nvPr/>
        </p:nvPicPr>
        <p:blipFill>
          <a:blip r:embed="rId8"/>
          <a:srcRect l="1157" t="-186" r="4762" b="1013"/>
          <a:stretch>
            <a:fillRect/>
          </a:stretch>
        </p:blipFill>
        <p:spPr>
          <a:xfrm>
            <a:off x="2845275" y="1145326"/>
            <a:ext cx="1181272" cy="1235272"/>
          </a:xfrm>
          <a:prstGeom prst="rect">
            <a:avLst/>
          </a:prstGeom>
        </p:spPr>
      </p:pic>
      <p:cxnSp>
        <p:nvCxnSpPr>
          <p:cNvPr id="17" name="连接符: 肘形 16">
            <a:extLst>
              <a:ext uri="{FF2B5EF4-FFF2-40B4-BE49-F238E27FC236}">
                <a16:creationId xmlns:a16="http://schemas.microsoft.com/office/drawing/2014/main" id="{4B2B9DC4-D9E5-A92B-6E9E-1BCE23A59207}"/>
              </a:ext>
            </a:extLst>
          </p:cNvPr>
          <p:cNvCxnSpPr/>
          <p:nvPr/>
        </p:nvCxnSpPr>
        <p:spPr>
          <a:xfrm>
            <a:off x="3997556" y="1796162"/>
            <a:ext cx="569514" cy="190568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8" name="连接符: 肘形 17">
            <a:extLst>
              <a:ext uri="{FF2B5EF4-FFF2-40B4-BE49-F238E27FC236}">
                <a16:creationId xmlns:a16="http://schemas.microsoft.com/office/drawing/2014/main" id="{8CBD7509-775E-8A6B-ACDE-1A925C36A9AA}"/>
              </a:ext>
            </a:extLst>
          </p:cNvPr>
          <p:cNvCxnSpPr/>
          <p:nvPr/>
        </p:nvCxnSpPr>
        <p:spPr>
          <a:xfrm flipV="1">
            <a:off x="3997573" y="3693669"/>
            <a:ext cx="565093" cy="13048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2">
            <a:extLst>
              <a:ext uri="{FF2B5EF4-FFF2-40B4-BE49-F238E27FC236}">
                <a16:creationId xmlns:a16="http://schemas.microsoft.com/office/drawing/2014/main" id="{A89241CD-02B0-B35C-064D-BF12C78E0B10}"/>
              </a:ext>
            </a:extLst>
          </p:cNvPr>
          <p:cNvSpPr/>
          <p:nvPr/>
        </p:nvSpPr>
        <p:spPr>
          <a:xfrm>
            <a:off x="234665" y="1052786"/>
            <a:ext cx="6770188" cy="5549120"/>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pic>
        <p:nvPicPr>
          <p:cNvPr id="19" name="图形 18" descr="Features - NuMind - Create NLP models, effortlessly">
            <a:extLst>
              <a:ext uri="{FF2B5EF4-FFF2-40B4-BE49-F238E27FC236}">
                <a16:creationId xmlns:a16="http://schemas.microsoft.com/office/drawing/2014/main" id="{DB3B16D8-62C3-BA97-9DD6-ED254D9B1B6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67779" y="1905737"/>
            <a:ext cx="652584" cy="623277"/>
          </a:xfrm>
          <a:prstGeom prst="rect">
            <a:avLst/>
          </a:prstGeom>
        </p:spPr>
      </p:pic>
      <p:grpSp>
        <p:nvGrpSpPr>
          <p:cNvPr id="22" name="组合 21">
            <a:extLst>
              <a:ext uri="{FF2B5EF4-FFF2-40B4-BE49-F238E27FC236}">
                <a16:creationId xmlns:a16="http://schemas.microsoft.com/office/drawing/2014/main" id="{236B1B10-A49D-D394-7418-144EFB83F6D1}"/>
              </a:ext>
            </a:extLst>
          </p:cNvPr>
          <p:cNvGrpSpPr/>
          <p:nvPr/>
        </p:nvGrpSpPr>
        <p:grpSpPr>
          <a:xfrm>
            <a:off x="4567490" y="2769479"/>
            <a:ext cx="2844548" cy="2136142"/>
            <a:chOff x="4567490" y="2769479"/>
            <a:chExt cx="2844548" cy="2136142"/>
          </a:xfrm>
        </p:grpSpPr>
        <p:pic>
          <p:nvPicPr>
            <p:cNvPr id="20" name="图片 19" descr="图片包含 图示&#10;&#10;AI 生成的内容可能不正确。">
              <a:extLst>
                <a:ext uri="{FF2B5EF4-FFF2-40B4-BE49-F238E27FC236}">
                  <a16:creationId xmlns:a16="http://schemas.microsoft.com/office/drawing/2014/main" id="{DEA48D15-9D54-4B79-EBB1-34ED9587EA29}"/>
                </a:ext>
              </a:extLst>
            </p:cNvPr>
            <p:cNvPicPr>
              <a:picLocks noChangeAspect="1"/>
            </p:cNvPicPr>
            <p:nvPr/>
          </p:nvPicPr>
          <p:blipFill>
            <a:blip r:embed="rId11"/>
            <a:srcRect l="-90" r="26163" b="521"/>
            <a:stretch>
              <a:fillRect/>
            </a:stretch>
          </p:blipFill>
          <p:spPr>
            <a:xfrm>
              <a:off x="4567490" y="2769479"/>
              <a:ext cx="2844548" cy="2136142"/>
            </a:xfrm>
            <a:prstGeom prst="rect">
              <a:avLst/>
            </a:prstGeom>
            <a:ln>
              <a:solidFill>
                <a:schemeClr val="tx1"/>
              </a:solidFill>
            </a:ln>
          </p:spPr>
        </p:pic>
        <p:pic>
          <p:nvPicPr>
            <p:cNvPr id="21" name="图片 20">
              <a:extLst>
                <a:ext uri="{FF2B5EF4-FFF2-40B4-BE49-F238E27FC236}">
                  <a16:creationId xmlns:a16="http://schemas.microsoft.com/office/drawing/2014/main" id="{CC04A944-D2C1-0128-7AA2-94F587C10496}"/>
                </a:ext>
              </a:extLst>
            </p:cNvPr>
            <p:cNvPicPr>
              <a:picLocks noChangeAspect="1"/>
            </p:cNvPicPr>
            <p:nvPr/>
          </p:nvPicPr>
          <p:blipFill>
            <a:blip r:embed="rId12"/>
            <a:stretch>
              <a:fillRect/>
            </a:stretch>
          </p:blipFill>
          <p:spPr>
            <a:xfrm>
              <a:off x="4719866" y="3754628"/>
              <a:ext cx="200025" cy="523875"/>
            </a:xfrm>
            <a:prstGeom prst="rect">
              <a:avLst/>
            </a:prstGeom>
          </p:spPr>
        </p:pic>
      </p:grpSp>
    </p:spTree>
    <p:extLst>
      <p:ext uri="{BB962C8B-B14F-4D97-AF65-F5344CB8AC3E}">
        <p14:creationId xmlns:p14="http://schemas.microsoft.com/office/powerpoint/2010/main" val="13414536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F09F8-178C-9106-F4CF-4C67EC212DCD}"/>
            </a:ext>
          </a:extLst>
        </p:cNvPr>
        <p:cNvGrpSpPr/>
        <p:nvPr/>
      </p:nvGrpSpPr>
      <p:grpSpPr>
        <a:xfrm>
          <a:off x="0" y="0"/>
          <a:ext cx="0" cy="0"/>
          <a:chOff x="0" y="0"/>
          <a:chExt cx="0" cy="0"/>
        </a:xfrm>
      </p:grpSpPr>
      <p:pic>
        <p:nvPicPr>
          <p:cNvPr id="8" name="Picture 7" descr="A diagram of a diagram of a computer">
            <a:extLst>
              <a:ext uri="{FF2B5EF4-FFF2-40B4-BE49-F238E27FC236}">
                <a16:creationId xmlns:a16="http://schemas.microsoft.com/office/drawing/2014/main" id="{A69E213E-9767-7E01-DE78-C06537B49122}"/>
              </a:ext>
            </a:extLst>
          </p:cNvPr>
          <p:cNvPicPr>
            <a:picLocks noChangeAspect="1"/>
          </p:cNvPicPr>
          <p:nvPr/>
        </p:nvPicPr>
        <p:blipFill>
          <a:blip r:embed="rId3"/>
          <a:srcRect r="333" b="26490"/>
          <a:stretch>
            <a:fillRect/>
          </a:stretch>
        </p:blipFill>
        <p:spPr>
          <a:xfrm>
            <a:off x="1006231" y="1140883"/>
            <a:ext cx="10145472" cy="3948994"/>
          </a:xfrm>
          <a:prstGeom prst="rect">
            <a:avLst/>
          </a:prstGeom>
        </p:spPr>
      </p:pic>
      <p:sp>
        <p:nvSpPr>
          <p:cNvPr id="138" name="Content Placeholder 2">
            <a:extLst>
              <a:ext uri="{FF2B5EF4-FFF2-40B4-BE49-F238E27FC236}">
                <a16:creationId xmlns:a16="http://schemas.microsoft.com/office/drawing/2014/main" id="{FB5DF807-CBED-FE6F-F5AF-24107030CBD0}"/>
              </a:ext>
            </a:extLst>
          </p:cNvPr>
          <p:cNvSpPr txBox="1">
            <a:spLocks/>
          </p:cNvSpPr>
          <p:nvPr/>
        </p:nvSpPr>
        <p:spPr>
          <a:xfrm>
            <a:off x="336550" y="1140884"/>
            <a:ext cx="6991350" cy="405449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500">
              <a:latin typeface="Georgia"/>
            </a:endParaRPr>
          </a:p>
        </p:txBody>
      </p:sp>
      <p:sp>
        <p:nvSpPr>
          <p:cNvPr id="4" name="Content Placeholder 2">
            <a:extLst>
              <a:ext uri="{FF2B5EF4-FFF2-40B4-BE49-F238E27FC236}">
                <a16:creationId xmlns:a16="http://schemas.microsoft.com/office/drawing/2014/main" id="{115542A0-FCAA-A4D9-05A8-B2E656EB0EEA}"/>
              </a:ext>
            </a:extLst>
          </p:cNvPr>
          <p:cNvSpPr>
            <a:spLocks noGrp="1"/>
          </p:cNvSpPr>
          <p:nvPr>
            <p:ph idx="1"/>
          </p:nvPr>
        </p:nvSpPr>
        <p:spPr>
          <a:xfrm>
            <a:off x="6991935" y="5300870"/>
            <a:ext cx="4933950" cy="1082180"/>
          </a:xfrm>
          <a:solidFill>
            <a:schemeClr val="bg1"/>
          </a:solidFill>
        </p:spPr>
        <p:txBody>
          <a:bodyPr vert="horz" lIns="91440" tIns="45720" rIns="91440" bIns="45720" rtlCol="0" anchor="t">
            <a:normAutofit/>
          </a:bodyPr>
          <a:lstStyle/>
          <a:p>
            <a:pPr marL="0" indent="0">
              <a:buNone/>
            </a:pPr>
            <a:r>
              <a:rPr lang="en-US" altLang="zh-CN" sz="2000" b="1">
                <a:highlight>
                  <a:srgbClr val="00D4CD"/>
                </a:highlight>
                <a:latin typeface="Georgia"/>
                <a:ea typeface="等线"/>
              </a:rPr>
              <a:t>(g) Train surrogate model</a:t>
            </a:r>
            <a:endParaRPr lang="en-US" altLang="zh-CN" sz="2000" b="1">
              <a:highlight>
                <a:srgbClr val="00D4CD"/>
              </a:highlight>
              <a:latin typeface="Georgia"/>
              <a:ea typeface="等线" panose="02010600030101010101" pitchFamily="2" charset="-122"/>
            </a:endParaRPr>
          </a:p>
          <a:p>
            <a:pPr marL="0" indent="0">
              <a:buNone/>
            </a:pPr>
            <a:endParaRPr lang="en-SG" sz="1800">
              <a:latin typeface="Georgia"/>
              <a:ea typeface="等线" panose="02010600030101010101" pitchFamily="2" charset="-122"/>
            </a:endParaRPr>
          </a:p>
          <a:p>
            <a:pPr marL="0" indent="0">
              <a:buNone/>
            </a:pPr>
            <a:endParaRPr lang="en-US" sz="1500">
              <a:latin typeface="Georgia"/>
              <a:ea typeface="等线"/>
            </a:endParaRPr>
          </a:p>
        </p:txBody>
      </p:sp>
      <p:sp>
        <p:nvSpPr>
          <p:cNvPr id="9" name="Title 1">
            <a:extLst>
              <a:ext uri="{FF2B5EF4-FFF2-40B4-BE49-F238E27FC236}">
                <a16:creationId xmlns:a16="http://schemas.microsoft.com/office/drawing/2014/main" id="{9121EEEA-4F7D-CAB0-D059-33D99C6C5278}"/>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sp>
        <p:nvSpPr>
          <p:cNvPr id="13" name="Content Placeholder 2">
            <a:extLst>
              <a:ext uri="{FF2B5EF4-FFF2-40B4-BE49-F238E27FC236}">
                <a16:creationId xmlns:a16="http://schemas.microsoft.com/office/drawing/2014/main" id="{E704A6AF-2181-8BFD-3472-2B0186917024}"/>
              </a:ext>
            </a:extLst>
          </p:cNvPr>
          <p:cNvSpPr txBox="1">
            <a:spLocks/>
          </p:cNvSpPr>
          <p:nvPr/>
        </p:nvSpPr>
        <p:spPr>
          <a:xfrm>
            <a:off x="676595" y="3837053"/>
            <a:ext cx="1820889" cy="370028"/>
          </a:xfrm>
          <a:prstGeom prst="rect">
            <a:avLst/>
          </a:prstGeom>
          <a:solidFill>
            <a:schemeClr val="bg1"/>
          </a:solidFill>
          <a:ln>
            <a:no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3 features 256*256</a:t>
            </a:r>
            <a:endParaRPr lang="zh-CN" altLang="en-US" sz="1400">
              <a:latin typeface="Georgia"/>
            </a:endParaRPr>
          </a:p>
        </p:txBody>
      </p:sp>
      <p:sp>
        <p:nvSpPr>
          <p:cNvPr id="3" name="Rectangle 2">
            <a:extLst>
              <a:ext uri="{FF2B5EF4-FFF2-40B4-BE49-F238E27FC236}">
                <a16:creationId xmlns:a16="http://schemas.microsoft.com/office/drawing/2014/main" id="{51C37D4E-E2FB-BB7E-D896-B5D9DC6B48EC}"/>
              </a:ext>
            </a:extLst>
          </p:cNvPr>
          <p:cNvSpPr/>
          <p:nvPr/>
        </p:nvSpPr>
        <p:spPr>
          <a:xfrm>
            <a:off x="234665" y="1052786"/>
            <a:ext cx="6770188" cy="5549120"/>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grpSp>
        <p:nvGrpSpPr>
          <p:cNvPr id="23" name="组合 22">
            <a:extLst>
              <a:ext uri="{FF2B5EF4-FFF2-40B4-BE49-F238E27FC236}">
                <a16:creationId xmlns:a16="http://schemas.microsoft.com/office/drawing/2014/main" id="{7A821FFB-4EE9-28D3-E9EB-8E9E984730DA}"/>
              </a:ext>
            </a:extLst>
          </p:cNvPr>
          <p:cNvGrpSpPr/>
          <p:nvPr/>
        </p:nvGrpSpPr>
        <p:grpSpPr>
          <a:xfrm>
            <a:off x="795516" y="2314310"/>
            <a:ext cx="1337954" cy="1327536"/>
            <a:chOff x="691132" y="1583177"/>
            <a:chExt cx="1337954" cy="1327536"/>
          </a:xfrm>
        </p:grpSpPr>
        <p:sp>
          <p:nvSpPr>
            <p:cNvPr id="6" name="矩形 5">
              <a:extLst>
                <a:ext uri="{FF2B5EF4-FFF2-40B4-BE49-F238E27FC236}">
                  <a16:creationId xmlns:a16="http://schemas.microsoft.com/office/drawing/2014/main" id="{FFB249F7-0773-63A2-CEA6-1E3195D5EB9B}"/>
                </a:ext>
              </a:extLst>
            </p:cNvPr>
            <p:cNvSpPr/>
            <p:nvPr/>
          </p:nvSpPr>
          <p:spPr>
            <a:xfrm>
              <a:off x="691132" y="1583177"/>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8A0FD6EC-8902-AFA3-48BD-4663506FBCF7}"/>
                </a:ext>
              </a:extLst>
            </p:cNvPr>
            <p:cNvSpPr/>
            <p:nvPr/>
          </p:nvSpPr>
          <p:spPr>
            <a:xfrm>
              <a:off x="837269" y="1729313"/>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934F460-7211-AB78-A0F4-FF342653302D}"/>
                </a:ext>
              </a:extLst>
            </p:cNvPr>
            <p:cNvSpPr/>
            <p:nvPr/>
          </p:nvSpPr>
          <p:spPr>
            <a:xfrm>
              <a:off x="983406" y="1875450"/>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BCA18DF-5EBC-EF84-4768-56B0C624EE8D}"/>
                </a:ext>
              </a:extLst>
            </p:cNvPr>
            <p:cNvSpPr/>
            <p:nvPr/>
          </p:nvSpPr>
          <p:spPr>
            <a:xfrm>
              <a:off x="1129542" y="2021587"/>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970CB41-A450-1D51-2F77-0DB8BA5287ED}"/>
                </a:ext>
              </a:extLst>
            </p:cNvPr>
            <p:cNvSpPr/>
            <p:nvPr/>
          </p:nvSpPr>
          <p:spPr>
            <a:xfrm>
              <a:off x="1275679" y="2167723"/>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a:extLst>
              <a:ext uri="{FF2B5EF4-FFF2-40B4-BE49-F238E27FC236}">
                <a16:creationId xmlns:a16="http://schemas.microsoft.com/office/drawing/2014/main" id="{B5DAAD3D-088A-BE24-F689-AFC0F2A6A4BA}"/>
              </a:ext>
            </a:extLst>
          </p:cNvPr>
          <p:cNvGrpSpPr/>
          <p:nvPr/>
        </p:nvGrpSpPr>
        <p:grpSpPr>
          <a:xfrm>
            <a:off x="3154583" y="2491762"/>
            <a:ext cx="930859" cy="941317"/>
            <a:chOff x="691132" y="1583177"/>
            <a:chExt cx="1337954" cy="1327536"/>
          </a:xfrm>
        </p:grpSpPr>
        <p:sp>
          <p:nvSpPr>
            <p:cNvPr id="52" name="矩形 51">
              <a:extLst>
                <a:ext uri="{FF2B5EF4-FFF2-40B4-BE49-F238E27FC236}">
                  <a16:creationId xmlns:a16="http://schemas.microsoft.com/office/drawing/2014/main" id="{58CCDF70-971A-B8A4-2C30-F9CF271C5A03}"/>
                </a:ext>
              </a:extLst>
            </p:cNvPr>
            <p:cNvSpPr/>
            <p:nvPr/>
          </p:nvSpPr>
          <p:spPr>
            <a:xfrm>
              <a:off x="691132" y="1583177"/>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4045FC45-B940-2A55-9098-3A4E13CA5B92}"/>
                </a:ext>
              </a:extLst>
            </p:cNvPr>
            <p:cNvSpPr/>
            <p:nvPr/>
          </p:nvSpPr>
          <p:spPr>
            <a:xfrm>
              <a:off x="837269" y="1729313"/>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6CF3ECA4-9137-FD50-F3CA-CD34426F2DD8}"/>
                </a:ext>
              </a:extLst>
            </p:cNvPr>
            <p:cNvSpPr/>
            <p:nvPr/>
          </p:nvSpPr>
          <p:spPr>
            <a:xfrm>
              <a:off x="983406" y="1875450"/>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D62654F3-FF5F-6366-A71D-857D0A6F2B86}"/>
                </a:ext>
              </a:extLst>
            </p:cNvPr>
            <p:cNvSpPr/>
            <p:nvPr/>
          </p:nvSpPr>
          <p:spPr>
            <a:xfrm>
              <a:off x="1129542" y="2021587"/>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D71A8288-624B-0562-A30C-F07D05FB9CCE}"/>
                </a:ext>
              </a:extLst>
            </p:cNvPr>
            <p:cNvSpPr/>
            <p:nvPr/>
          </p:nvSpPr>
          <p:spPr>
            <a:xfrm>
              <a:off x="1275679" y="2167723"/>
              <a:ext cx="753407" cy="742990"/>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a:extLst>
              <a:ext uri="{FF2B5EF4-FFF2-40B4-BE49-F238E27FC236}">
                <a16:creationId xmlns:a16="http://schemas.microsoft.com/office/drawing/2014/main" id="{3BC176C7-2718-BC15-1E36-B91642768ABB}"/>
              </a:ext>
            </a:extLst>
          </p:cNvPr>
          <p:cNvGrpSpPr/>
          <p:nvPr/>
        </p:nvGrpSpPr>
        <p:grpSpPr>
          <a:xfrm>
            <a:off x="5169186" y="2491763"/>
            <a:ext cx="829475" cy="829498"/>
            <a:chOff x="5169186" y="1718877"/>
            <a:chExt cx="829475" cy="829498"/>
          </a:xfrm>
        </p:grpSpPr>
        <p:sp>
          <p:nvSpPr>
            <p:cNvPr id="58" name="矩形 57">
              <a:extLst>
                <a:ext uri="{FF2B5EF4-FFF2-40B4-BE49-F238E27FC236}">
                  <a16:creationId xmlns:a16="http://schemas.microsoft.com/office/drawing/2014/main" id="{5C2A4512-B99C-051F-AC73-968373BE688B}"/>
                </a:ext>
              </a:extLst>
            </p:cNvPr>
            <p:cNvSpPr/>
            <p:nvPr/>
          </p:nvSpPr>
          <p:spPr>
            <a:xfrm>
              <a:off x="5169186" y="1718877"/>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3E34DBC9-51B0-18EA-BD77-C4E0505C6987}"/>
                </a:ext>
              </a:extLst>
            </p:cNvPr>
            <p:cNvSpPr/>
            <p:nvPr/>
          </p:nvSpPr>
          <p:spPr>
            <a:xfrm>
              <a:off x="5227534" y="1777685"/>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7DCDEB79-31D1-0BE8-E963-1A8C6C4532B9}"/>
                </a:ext>
              </a:extLst>
            </p:cNvPr>
            <p:cNvSpPr/>
            <p:nvPr/>
          </p:nvSpPr>
          <p:spPr>
            <a:xfrm>
              <a:off x="5285881" y="1836493"/>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a:extLst>
                <a:ext uri="{FF2B5EF4-FFF2-40B4-BE49-F238E27FC236}">
                  <a16:creationId xmlns:a16="http://schemas.microsoft.com/office/drawing/2014/main" id="{02110A55-4EA3-29ED-E924-B7201C317781}"/>
                </a:ext>
              </a:extLst>
            </p:cNvPr>
            <p:cNvSpPr/>
            <p:nvPr/>
          </p:nvSpPr>
          <p:spPr>
            <a:xfrm>
              <a:off x="5344229" y="1895301"/>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E0BC4AD6-F787-2D4E-B9A6-CF32D2EC7C4E}"/>
                </a:ext>
              </a:extLst>
            </p:cNvPr>
            <p:cNvSpPr/>
            <p:nvPr/>
          </p:nvSpPr>
          <p:spPr>
            <a:xfrm>
              <a:off x="5402576" y="1954108"/>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a:extLst>
                <a:ext uri="{FF2B5EF4-FFF2-40B4-BE49-F238E27FC236}">
                  <a16:creationId xmlns:a16="http://schemas.microsoft.com/office/drawing/2014/main" id="{F141F5B7-7EF7-658D-50F8-6E2703F5BEC2}"/>
                </a:ext>
              </a:extLst>
            </p:cNvPr>
            <p:cNvSpPr/>
            <p:nvPr/>
          </p:nvSpPr>
          <p:spPr>
            <a:xfrm>
              <a:off x="5464460" y="2014152"/>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F219470A-B0BA-421E-5CC3-770BAC44BFCE}"/>
                </a:ext>
              </a:extLst>
            </p:cNvPr>
            <p:cNvSpPr/>
            <p:nvPr/>
          </p:nvSpPr>
          <p:spPr>
            <a:xfrm>
              <a:off x="5522809" y="2072960"/>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a:extLst>
                <a:ext uri="{FF2B5EF4-FFF2-40B4-BE49-F238E27FC236}">
                  <a16:creationId xmlns:a16="http://schemas.microsoft.com/office/drawing/2014/main" id="{AC14C0C8-FB64-430A-E444-DCD6086E310C}"/>
                </a:ext>
              </a:extLst>
            </p:cNvPr>
            <p:cNvSpPr/>
            <p:nvPr/>
          </p:nvSpPr>
          <p:spPr>
            <a:xfrm>
              <a:off x="5581156" y="2131767"/>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5A4B8194-AF0E-CB6B-3EFF-011340E83E09}"/>
                </a:ext>
              </a:extLst>
            </p:cNvPr>
            <p:cNvSpPr/>
            <p:nvPr/>
          </p:nvSpPr>
          <p:spPr>
            <a:xfrm>
              <a:off x="5639503" y="2190575"/>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a:extLst>
                <a:ext uri="{FF2B5EF4-FFF2-40B4-BE49-F238E27FC236}">
                  <a16:creationId xmlns:a16="http://schemas.microsoft.com/office/drawing/2014/main" id="{51D29895-A610-5158-2688-615E2EB89C13}"/>
                </a:ext>
              </a:extLst>
            </p:cNvPr>
            <p:cNvSpPr/>
            <p:nvPr/>
          </p:nvSpPr>
          <p:spPr>
            <a:xfrm>
              <a:off x="5697850" y="2249383"/>
              <a:ext cx="300811" cy="298992"/>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Content Placeholder 2">
            <a:extLst>
              <a:ext uri="{FF2B5EF4-FFF2-40B4-BE49-F238E27FC236}">
                <a16:creationId xmlns:a16="http://schemas.microsoft.com/office/drawing/2014/main" id="{DAB0FE9E-41D7-88AC-A8CE-2FB4BF18B312}"/>
              </a:ext>
            </a:extLst>
          </p:cNvPr>
          <p:cNvSpPr txBox="1">
            <a:spLocks/>
          </p:cNvSpPr>
          <p:nvPr/>
        </p:nvSpPr>
        <p:spPr>
          <a:xfrm>
            <a:off x="473873" y="1323132"/>
            <a:ext cx="3609828" cy="881418"/>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800" b="1">
                <a:latin typeface="Georgia"/>
                <a:ea typeface="等线"/>
              </a:rPr>
              <a:t>Image Branch:</a:t>
            </a:r>
          </a:p>
        </p:txBody>
      </p:sp>
      <p:sp>
        <p:nvSpPr>
          <p:cNvPr id="76" name="箭头: 右 75">
            <a:extLst>
              <a:ext uri="{FF2B5EF4-FFF2-40B4-BE49-F238E27FC236}">
                <a16:creationId xmlns:a16="http://schemas.microsoft.com/office/drawing/2014/main" id="{EB54313E-FE2A-DE3B-75F0-74E2352B6BFA}"/>
              </a:ext>
            </a:extLst>
          </p:cNvPr>
          <p:cNvSpPr/>
          <p:nvPr/>
        </p:nvSpPr>
        <p:spPr>
          <a:xfrm>
            <a:off x="2417535" y="2831294"/>
            <a:ext cx="398135" cy="30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箭头: 右 76">
            <a:extLst>
              <a:ext uri="{FF2B5EF4-FFF2-40B4-BE49-F238E27FC236}">
                <a16:creationId xmlns:a16="http://schemas.microsoft.com/office/drawing/2014/main" id="{6A502FA9-3C6C-F836-3112-E87532EFB391}"/>
              </a:ext>
            </a:extLst>
          </p:cNvPr>
          <p:cNvSpPr/>
          <p:nvPr/>
        </p:nvSpPr>
        <p:spPr>
          <a:xfrm>
            <a:off x="4468350" y="2831294"/>
            <a:ext cx="398135" cy="3023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Content Placeholder 2">
            <a:extLst>
              <a:ext uri="{FF2B5EF4-FFF2-40B4-BE49-F238E27FC236}">
                <a16:creationId xmlns:a16="http://schemas.microsoft.com/office/drawing/2014/main" id="{AF8DC93D-83FD-FC0B-772E-96BFF0C5430B}"/>
              </a:ext>
            </a:extLst>
          </p:cNvPr>
          <p:cNvSpPr txBox="1">
            <a:spLocks/>
          </p:cNvSpPr>
          <p:nvPr/>
        </p:nvSpPr>
        <p:spPr>
          <a:xfrm>
            <a:off x="2233651" y="2491143"/>
            <a:ext cx="753959" cy="258437"/>
          </a:xfrm>
          <a:prstGeom prst="rect">
            <a:avLst/>
          </a:prstGeom>
          <a:solidFill>
            <a:schemeClr val="bg1"/>
          </a:solidFill>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200" err="1">
                <a:latin typeface="Georgia"/>
                <a:ea typeface="+mn-lt"/>
                <a:cs typeface="+mn-lt"/>
              </a:rPr>
              <a:t>Maxpool</a:t>
            </a:r>
            <a:endParaRPr lang="zh-CN" sz="1200" err="1">
              <a:ea typeface="等线"/>
            </a:endParaRPr>
          </a:p>
        </p:txBody>
      </p:sp>
      <p:sp>
        <p:nvSpPr>
          <p:cNvPr id="80" name="Content Placeholder 2">
            <a:extLst>
              <a:ext uri="{FF2B5EF4-FFF2-40B4-BE49-F238E27FC236}">
                <a16:creationId xmlns:a16="http://schemas.microsoft.com/office/drawing/2014/main" id="{73B8FE36-648F-730B-531E-493E63DF6831}"/>
              </a:ext>
            </a:extLst>
          </p:cNvPr>
          <p:cNvSpPr txBox="1">
            <a:spLocks/>
          </p:cNvSpPr>
          <p:nvPr/>
        </p:nvSpPr>
        <p:spPr>
          <a:xfrm>
            <a:off x="4284466" y="2491143"/>
            <a:ext cx="753959" cy="258437"/>
          </a:xfrm>
          <a:prstGeom prst="rect">
            <a:avLst/>
          </a:prstGeom>
          <a:solidFill>
            <a:schemeClr val="bg1"/>
          </a:solidFill>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200" err="1">
                <a:latin typeface="Georgia"/>
                <a:ea typeface="+mn-lt"/>
                <a:cs typeface="+mn-lt"/>
              </a:rPr>
              <a:t>Maxpool</a:t>
            </a:r>
            <a:endParaRPr lang="zh-CN" err="1"/>
          </a:p>
        </p:txBody>
      </p:sp>
      <p:grpSp>
        <p:nvGrpSpPr>
          <p:cNvPr id="103" name="组合 102">
            <a:extLst>
              <a:ext uri="{FF2B5EF4-FFF2-40B4-BE49-F238E27FC236}">
                <a16:creationId xmlns:a16="http://schemas.microsoft.com/office/drawing/2014/main" id="{D661EFF7-6502-A650-EBB6-4E56CF7D3CB8}"/>
              </a:ext>
            </a:extLst>
          </p:cNvPr>
          <p:cNvGrpSpPr/>
          <p:nvPr/>
        </p:nvGrpSpPr>
        <p:grpSpPr>
          <a:xfrm>
            <a:off x="5400280" y="5148247"/>
            <a:ext cx="540964" cy="572293"/>
            <a:chOff x="5279475" y="4888052"/>
            <a:chExt cx="540964" cy="572293"/>
          </a:xfrm>
        </p:grpSpPr>
        <p:sp>
          <p:nvSpPr>
            <p:cNvPr id="83" name="矩形 82">
              <a:extLst>
                <a:ext uri="{FF2B5EF4-FFF2-40B4-BE49-F238E27FC236}">
                  <a16:creationId xmlns:a16="http://schemas.microsoft.com/office/drawing/2014/main" id="{A16D9E3F-19DF-B5CE-B54F-AE45EDFE05DD}"/>
                </a:ext>
              </a:extLst>
            </p:cNvPr>
            <p:cNvSpPr/>
            <p:nvPr/>
          </p:nvSpPr>
          <p:spPr>
            <a:xfrm>
              <a:off x="5279475" y="488805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矩形 83">
              <a:extLst>
                <a:ext uri="{FF2B5EF4-FFF2-40B4-BE49-F238E27FC236}">
                  <a16:creationId xmlns:a16="http://schemas.microsoft.com/office/drawing/2014/main" id="{3E0E2BB1-6089-45C9-CAF4-E8A4F30160C6}"/>
                </a:ext>
              </a:extLst>
            </p:cNvPr>
            <p:cNvSpPr/>
            <p:nvPr/>
          </p:nvSpPr>
          <p:spPr>
            <a:xfrm>
              <a:off x="5317528" y="4928625"/>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a:extLst>
                <a:ext uri="{FF2B5EF4-FFF2-40B4-BE49-F238E27FC236}">
                  <a16:creationId xmlns:a16="http://schemas.microsoft.com/office/drawing/2014/main" id="{AFFD0143-F276-946A-758B-9318ACB155C3}"/>
                </a:ext>
              </a:extLst>
            </p:cNvPr>
            <p:cNvSpPr/>
            <p:nvPr/>
          </p:nvSpPr>
          <p:spPr>
            <a:xfrm>
              <a:off x="5355581" y="4969198"/>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a:extLst>
                <a:ext uri="{FF2B5EF4-FFF2-40B4-BE49-F238E27FC236}">
                  <a16:creationId xmlns:a16="http://schemas.microsoft.com/office/drawing/2014/main" id="{0D39E858-58BB-A858-1CB8-BD5B30D5BB55}"/>
                </a:ext>
              </a:extLst>
            </p:cNvPr>
            <p:cNvSpPr/>
            <p:nvPr/>
          </p:nvSpPr>
          <p:spPr>
            <a:xfrm>
              <a:off x="5393634" y="500977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a:extLst>
                <a:ext uri="{FF2B5EF4-FFF2-40B4-BE49-F238E27FC236}">
                  <a16:creationId xmlns:a16="http://schemas.microsoft.com/office/drawing/2014/main" id="{BFB198FC-D749-373D-D0EB-B0B547298807}"/>
                </a:ext>
              </a:extLst>
            </p:cNvPr>
            <p:cNvSpPr/>
            <p:nvPr/>
          </p:nvSpPr>
          <p:spPr>
            <a:xfrm>
              <a:off x="5431686" y="5050344"/>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094E92C1-8618-7732-E007-23AC3A5D4EC0}"/>
                </a:ext>
              </a:extLst>
            </p:cNvPr>
            <p:cNvSpPr/>
            <p:nvPr/>
          </p:nvSpPr>
          <p:spPr>
            <a:xfrm>
              <a:off x="5472046" y="5091770"/>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a:extLst>
                <a:ext uri="{FF2B5EF4-FFF2-40B4-BE49-F238E27FC236}">
                  <a16:creationId xmlns:a16="http://schemas.microsoft.com/office/drawing/2014/main" id="{51F297C8-9EE1-4AF9-C125-6DE8325F04F0}"/>
                </a:ext>
              </a:extLst>
            </p:cNvPr>
            <p:cNvSpPr/>
            <p:nvPr/>
          </p:nvSpPr>
          <p:spPr>
            <a:xfrm>
              <a:off x="5510100" y="5132343"/>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a:extLst>
                <a:ext uri="{FF2B5EF4-FFF2-40B4-BE49-F238E27FC236}">
                  <a16:creationId xmlns:a16="http://schemas.microsoft.com/office/drawing/2014/main" id="{EE00CFB0-92D3-0C22-8FA0-B786A8D14644}"/>
                </a:ext>
              </a:extLst>
            </p:cNvPr>
            <p:cNvSpPr/>
            <p:nvPr/>
          </p:nvSpPr>
          <p:spPr>
            <a:xfrm>
              <a:off x="5548152" y="5172916"/>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79857BFA-8BAF-636E-293A-50F5CDD67691}"/>
                </a:ext>
              </a:extLst>
            </p:cNvPr>
            <p:cNvSpPr/>
            <p:nvPr/>
          </p:nvSpPr>
          <p:spPr>
            <a:xfrm>
              <a:off x="5586205" y="5213489"/>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a:extLst>
                <a:ext uri="{FF2B5EF4-FFF2-40B4-BE49-F238E27FC236}">
                  <a16:creationId xmlns:a16="http://schemas.microsoft.com/office/drawing/2014/main" id="{98C8E798-4FF6-6AD0-4026-13AAA7150EFE}"/>
                </a:ext>
              </a:extLst>
            </p:cNvPr>
            <p:cNvSpPr/>
            <p:nvPr/>
          </p:nvSpPr>
          <p:spPr>
            <a:xfrm>
              <a:off x="5624257" y="525406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 name="Content Placeholder 2">
            <a:extLst>
              <a:ext uri="{FF2B5EF4-FFF2-40B4-BE49-F238E27FC236}">
                <a16:creationId xmlns:a16="http://schemas.microsoft.com/office/drawing/2014/main" id="{7675A5D4-B53D-632E-129B-8A2267236F19}"/>
              </a:ext>
            </a:extLst>
          </p:cNvPr>
          <p:cNvSpPr txBox="1">
            <a:spLocks/>
          </p:cNvSpPr>
          <p:nvPr/>
        </p:nvSpPr>
        <p:spPr>
          <a:xfrm>
            <a:off x="5790949" y="4391762"/>
            <a:ext cx="859062" cy="389816"/>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200" err="1">
                <a:latin typeface="Georgia"/>
                <a:ea typeface="+mn-lt"/>
                <a:cs typeface="+mn-lt"/>
              </a:rPr>
              <a:t>Maxpool</a:t>
            </a:r>
            <a:endParaRPr lang="zh-CN" err="1"/>
          </a:p>
        </p:txBody>
      </p:sp>
      <p:sp>
        <p:nvSpPr>
          <p:cNvPr id="106" name="Content Placeholder 2">
            <a:extLst>
              <a:ext uri="{FF2B5EF4-FFF2-40B4-BE49-F238E27FC236}">
                <a16:creationId xmlns:a16="http://schemas.microsoft.com/office/drawing/2014/main" id="{812B1438-77A6-DB5E-CDA8-81F058F24E27}"/>
              </a:ext>
            </a:extLst>
          </p:cNvPr>
          <p:cNvSpPr txBox="1">
            <a:spLocks/>
          </p:cNvSpPr>
          <p:nvPr/>
        </p:nvSpPr>
        <p:spPr>
          <a:xfrm>
            <a:off x="5397489" y="3828292"/>
            <a:ext cx="1610682" cy="36126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64*64</a:t>
            </a:r>
            <a:endParaRPr lang="zh-CN" altLang="en-US" sz="1400">
              <a:latin typeface="Georgia"/>
              <a:ea typeface="等线"/>
            </a:endParaRPr>
          </a:p>
        </p:txBody>
      </p:sp>
      <p:sp>
        <p:nvSpPr>
          <p:cNvPr id="105" name="Content Placeholder 2">
            <a:extLst>
              <a:ext uri="{FF2B5EF4-FFF2-40B4-BE49-F238E27FC236}">
                <a16:creationId xmlns:a16="http://schemas.microsoft.com/office/drawing/2014/main" id="{F10FEC9C-D171-FDDF-550B-E10704D83EF9}"/>
              </a:ext>
            </a:extLst>
          </p:cNvPr>
          <p:cNvSpPr txBox="1">
            <a:spLocks/>
          </p:cNvSpPr>
          <p:nvPr/>
        </p:nvSpPr>
        <p:spPr>
          <a:xfrm>
            <a:off x="3260386" y="3828293"/>
            <a:ext cx="1610682" cy="36126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128*128</a:t>
            </a:r>
            <a:endParaRPr lang="zh-CN" altLang="en-US" sz="1400">
              <a:latin typeface="Georgia"/>
            </a:endParaRPr>
          </a:p>
        </p:txBody>
      </p:sp>
      <p:sp>
        <p:nvSpPr>
          <p:cNvPr id="81" name="箭头: 手杖形 80">
            <a:extLst>
              <a:ext uri="{FF2B5EF4-FFF2-40B4-BE49-F238E27FC236}">
                <a16:creationId xmlns:a16="http://schemas.microsoft.com/office/drawing/2014/main" id="{AAE155CA-F296-94C1-77BD-0F1464EABE94}"/>
              </a:ext>
            </a:extLst>
          </p:cNvPr>
          <p:cNvSpPr/>
          <p:nvPr/>
        </p:nvSpPr>
        <p:spPr>
          <a:xfrm rot="5400000">
            <a:off x="5124761" y="4026296"/>
            <a:ext cx="2622144" cy="366038"/>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7" name="Content Placeholder 2">
            <a:extLst>
              <a:ext uri="{FF2B5EF4-FFF2-40B4-BE49-F238E27FC236}">
                <a16:creationId xmlns:a16="http://schemas.microsoft.com/office/drawing/2014/main" id="{3E863722-560B-1BE2-3A6A-C3FF8674D65F}"/>
              </a:ext>
            </a:extLst>
          </p:cNvPr>
          <p:cNvSpPr txBox="1">
            <a:spLocks/>
          </p:cNvSpPr>
          <p:nvPr/>
        </p:nvSpPr>
        <p:spPr>
          <a:xfrm>
            <a:off x="5476317" y="5944080"/>
            <a:ext cx="1199028" cy="36126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32*32</a:t>
            </a:r>
            <a:endParaRPr lang="zh-CN" altLang="en-US" sz="1400">
              <a:latin typeface="Georgia"/>
            </a:endParaRPr>
          </a:p>
        </p:txBody>
      </p:sp>
      <p:sp>
        <p:nvSpPr>
          <p:cNvPr id="109" name="Content Placeholder 2">
            <a:extLst>
              <a:ext uri="{FF2B5EF4-FFF2-40B4-BE49-F238E27FC236}">
                <a16:creationId xmlns:a16="http://schemas.microsoft.com/office/drawing/2014/main" id="{A92E559A-FD8F-3B2F-D0C5-2F54C469045F}"/>
              </a:ext>
            </a:extLst>
          </p:cNvPr>
          <p:cNvSpPr txBox="1">
            <a:spLocks/>
          </p:cNvSpPr>
          <p:nvPr/>
        </p:nvSpPr>
        <p:spPr>
          <a:xfrm>
            <a:off x="3618812" y="4882245"/>
            <a:ext cx="1358302" cy="407335"/>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600"/>
              </a:spcBef>
              <a:buNone/>
            </a:pPr>
            <a:r>
              <a:rPr lang="en-SG" sz="1200" err="1">
                <a:latin typeface="Georgia"/>
                <a:ea typeface="+mn-lt"/>
                <a:cs typeface="+mn-lt"/>
              </a:rPr>
              <a:t>AdaptiveAvgPool</a:t>
            </a:r>
            <a:endParaRPr lang="en-SG" altLang="zh-CN" sz="1200" err="1">
              <a:latin typeface="Georgia"/>
              <a:ea typeface="等线"/>
            </a:endParaRPr>
          </a:p>
        </p:txBody>
      </p:sp>
      <p:sp>
        <p:nvSpPr>
          <p:cNvPr id="108" name="箭头: 右 107">
            <a:extLst>
              <a:ext uri="{FF2B5EF4-FFF2-40B4-BE49-F238E27FC236}">
                <a16:creationId xmlns:a16="http://schemas.microsoft.com/office/drawing/2014/main" id="{91D7002A-28D9-4A21-8661-F00AD5F9169D}"/>
              </a:ext>
            </a:extLst>
          </p:cNvPr>
          <p:cNvSpPr/>
          <p:nvPr/>
        </p:nvSpPr>
        <p:spPr>
          <a:xfrm flipH="1">
            <a:off x="3535176" y="5301225"/>
            <a:ext cx="1511242" cy="3198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Content Placeholder 2">
            <a:extLst>
              <a:ext uri="{FF2B5EF4-FFF2-40B4-BE49-F238E27FC236}">
                <a16:creationId xmlns:a16="http://schemas.microsoft.com/office/drawing/2014/main" id="{B131CA36-3F59-5D36-4311-D1568A8DB43A}"/>
              </a:ext>
            </a:extLst>
          </p:cNvPr>
          <p:cNvSpPr txBox="1">
            <a:spLocks/>
          </p:cNvSpPr>
          <p:nvPr/>
        </p:nvSpPr>
        <p:spPr>
          <a:xfrm>
            <a:off x="2495641" y="5944078"/>
            <a:ext cx="1575437" cy="35208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64 features 4*4</a:t>
            </a:r>
            <a:endParaRPr lang="zh-CN" altLang="en-US" sz="1400">
              <a:latin typeface="Georgia"/>
            </a:endParaRPr>
          </a:p>
        </p:txBody>
      </p:sp>
      <p:grpSp>
        <p:nvGrpSpPr>
          <p:cNvPr id="112" name="组合 111">
            <a:extLst>
              <a:ext uri="{FF2B5EF4-FFF2-40B4-BE49-F238E27FC236}">
                <a16:creationId xmlns:a16="http://schemas.microsoft.com/office/drawing/2014/main" id="{5BECC7DA-AFA4-59CC-3129-E1FCE74000D3}"/>
              </a:ext>
            </a:extLst>
          </p:cNvPr>
          <p:cNvGrpSpPr/>
          <p:nvPr/>
        </p:nvGrpSpPr>
        <p:grpSpPr>
          <a:xfrm>
            <a:off x="2905881" y="5177084"/>
            <a:ext cx="490826" cy="581498"/>
            <a:chOff x="5279475" y="4888052"/>
            <a:chExt cx="937515" cy="984395"/>
          </a:xfrm>
        </p:grpSpPr>
        <p:sp>
          <p:nvSpPr>
            <p:cNvPr id="113" name="矩形 112">
              <a:extLst>
                <a:ext uri="{FF2B5EF4-FFF2-40B4-BE49-F238E27FC236}">
                  <a16:creationId xmlns:a16="http://schemas.microsoft.com/office/drawing/2014/main" id="{3A687BDF-2B76-5376-4C50-78BEB6BC1A2B}"/>
                </a:ext>
              </a:extLst>
            </p:cNvPr>
            <p:cNvSpPr/>
            <p:nvPr/>
          </p:nvSpPr>
          <p:spPr>
            <a:xfrm>
              <a:off x="5279475" y="488805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矩形 113">
              <a:extLst>
                <a:ext uri="{FF2B5EF4-FFF2-40B4-BE49-F238E27FC236}">
                  <a16:creationId xmlns:a16="http://schemas.microsoft.com/office/drawing/2014/main" id="{59A9FF83-BD3C-EA55-52B6-EC1F58D51B9E}"/>
                </a:ext>
              </a:extLst>
            </p:cNvPr>
            <p:cNvSpPr/>
            <p:nvPr/>
          </p:nvSpPr>
          <p:spPr>
            <a:xfrm>
              <a:off x="5317528" y="4928625"/>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矩形 114">
              <a:extLst>
                <a:ext uri="{FF2B5EF4-FFF2-40B4-BE49-F238E27FC236}">
                  <a16:creationId xmlns:a16="http://schemas.microsoft.com/office/drawing/2014/main" id="{745864D3-44D1-FD7A-42E8-15B0CDC0D858}"/>
                </a:ext>
              </a:extLst>
            </p:cNvPr>
            <p:cNvSpPr/>
            <p:nvPr/>
          </p:nvSpPr>
          <p:spPr>
            <a:xfrm>
              <a:off x="5355581" y="4969198"/>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115">
              <a:extLst>
                <a:ext uri="{FF2B5EF4-FFF2-40B4-BE49-F238E27FC236}">
                  <a16:creationId xmlns:a16="http://schemas.microsoft.com/office/drawing/2014/main" id="{0A062675-6BFA-E21E-C633-532CA073A384}"/>
                </a:ext>
              </a:extLst>
            </p:cNvPr>
            <p:cNvSpPr/>
            <p:nvPr/>
          </p:nvSpPr>
          <p:spPr>
            <a:xfrm>
              <a:off x="5393634" y="500977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a:extLst>
                <a:ext uri="{FF2B5EF4-FFF2-40B4-BE49-F238E27FC236}">
                  <a16:creationId xmlns:a16="http://schemas.microsoft.com/office/drawing/2014/main" id="{394E50EF-6585-DEAD-3172-41406A05D0FB}"/>
                </a:ext>
              </a:extLst>
            </p:cNvPr>
            <p:cNvSpPr/>
            <p:nvPr/>
          </p:nvSpPr>
          <p:spPr>
            <a:xfrm>
              <a:off x="5431686" y="5050344"/>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379DB239-6AD8-2CD2-BFD3-EDE6881C4759}"/>
                </a:ext>
              </a:extLst>
            </p:cNvPr>
            <p:cNvSpPr/>
            <p:nvPr/>
          </p:nvSpPr>
          <p:spPr>
            <a:xfrm>
              <a:off x="5472046" y="5091770"/>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a:extLst>
                <a:ext uri="{FF2B5EF4-FFF2-40B4-BE49-F238E27FC236}">
                  <a16:creationId xmlns:a16="http://schemas.microsoft.com/office/drawing/2014/main" id="{B894F4E7-D026-F82F-2564-6765DCB86EDF}"/>
                </a:ext>
              </a:extLst>
            </p:cNvPr>
            <p:cNvSpPr/>
            <p:nvPr/>
          </p:nvSpPr>
          <p:spPr>
            <a:xfrm>
              <a:off x="5510100" y="5132343"/>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79DDDF9B-EA4F-3703-88A4-A2416B11469D}"/>
                </a:ext>
              </a:extLst>
            </p:cNvPr>
            <p:cNvSpPr/>
            <p:nvPr/>
          </p:nvSpPr>
          <p:spPr>
            <a:xfrm>
              <a:off x="5548152" y="5172916"/>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a:extLst>
                <a:ext uri="{FF2B5EF4-FFF2-40B4-BE49-F238E27FC236}">
                  <a16:creationId xmlns:a16="http://schemas.microsoft.com/office/drawing/2014/main" id="{FE140864-41CE-0DEB-7089-DDF83495F502}"/>
                </a:ext>
              </a:extLst>
            </p:cNvPr>
            <p:cNvSpPr/>
            <p:nvPr/>
          </p:nvSpPr>
          <p:spPr>
            <a:xfrm>
              <a:off x="5586205" y="5213489"/>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矩形 121">
              <a:extLst>
                <a:ext uri="{FF2B5EF4-FFF2-40B4-BE49-F238E27FC236}">
                  <a16:creationId xmlns:a16="http://schemas.microsoft.com/office/drawing/2014/main" id="{1D74B1A8-D6B3-7D60-F7AC-FD16AE4A5197}"/>
                </a:ext>
              </a:extLst>
            </p:cNvPr>
            <p:cNvSpPr/>
            <p:nvPr/>
          </p:nvSpPr>
          <p:spPr>
            <a:xfrm>
              <a:off x="5624257" y="525406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122">
              <a:extLst>
                <a:ext uri="{FF2B5EF4-FFF2-40B4-BE49-F238E27FC236}">
                  <a16:creationId xmlns:a16="http://schemas.microsoft.com/office/drawing/2014/main" id="{9B00BF58-6300-A5B6-EB10-B0299C2D2E24}"/>
                </a:ext>
              </a:extLst>
            </p:cNvPr>
            <p:cNvSpPr/>
            <p:nvPr/>
          </p:nvSpPr>
          <p:spPr>
            <a:xfrm>
              <a:off x="5676026" y="5300154"/>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a:extLst>
                <a:ext uri="{FF2B5EF4-FFF2-40B4-BE49-F238E27FC236}">
                  <a16:creationId xmlns:a16="http://schemas.microsoft.com/office/drawing/2014/main" id="{EFCB2B5C-8568-DDE4-9286-D00721D00B43}"/>
                </a:ext>
              </a:extLst>
            </p:cNvPr>
            <p:cNvSpPr/>
            <p:nvPr/>
          </p:nvSpPr>
          <p:spPr>
            <a:xfrm>
              <a:off x="5714079" y="5340727"/>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124">
              <a:extLst>
                <a:ext uri="{FF2B5EF4-FFF2-40B4-BE49-F238E27FC236}">
                  <a16:creationId xmlns:a16="http://schemas.microsoft.com/office/drawing/2014/main" id="{0E9E12FA-0305-3D1C-5BD5-0917EE7F8DFC}"/>
                </a:ext>
              </a:extLst>
            </p:cNvPr>
            <p:cNvSpPr/>
            <p:nvPr/>
          </p:nvSpPr>
          <p:spPr>
            <a:xfrm>
              <a:off x="5752132" y="5381300"/>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7474A739-A030-D85E-B306-7B41202ADE20}"/>
                </a:ext>
              </a:extLst>
            </p:cNvPr>
            <p:cNvSpPr/>
            <p:nvPr/>
          </p:nvSpPr>
          <p:spPr>
            <a:xfrm>
              <a:off x="5790185" y="5421874"/>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a:extLst>
                <a:ext uri="{FF2B5EF4-FFF2-40B4-BE49-F238E27FC236}">
                  <a16:creationId xmlns:a16="http://schemas.microsoft.com/office/drawing/2014/main" id="{F683DA46-2617-31C4-D4C7-71C4FF159074}"/>
                </a:ext>
              </a:extLst>
            </p:cNvPr>
            <p:cNvSpPr/>
            <p:nvPr/>
          </p:nvSpPr>
          <p:spPr>
            <a:xfrm>
              <a:off x="5828237" y="5462446"/>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a:extLst>
                <a:ext uri="{FF2B5EF4-FFF2-40B4-BE49-F238E27FC236}">
                  <a16:creationId xmlns:a16="http://schemas.microsoft.com/office/drawing/2014/main" id="{A6616AEC-5A07-6E13-15D1-17D720DC8B0B}"/>
                </a:ext>
              </a:extLst>
            </p:cNvPr>
            <p:cNvSpPr/>
            <p:nvPr/>
          </p:nvSpPr>
          <p:spPr>
            <a:xfrm>
              <a:off x="5868597" y="5503872"/>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a:extLst>
                <a:ext uri="{FF2B5EF4-FFF2-40B4-BE49-F238E27FC236}">
                  <a16:creationId xmlns:a16="http://schemas.microsoft.com/office/drawing/2014/main" id="{067B4265-E58E-95BB-6B44-68419AEC49AA}"/>
                </a:ext>
              </a:extLst>
            </p:cNvPr>
            <p:cNvSpPr/>
            <p:nvPr/>
          </p:nvSpPr>
          <p:spPr>
            <a:xfrm>
              <a:off x="5906651" y="5544445"/>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a:extLst>
                <a:ext uri="{FF2B5EF4-FFF2-40B4-BE49-F238E27FC236}">
                  <a16:creationId xmlns:a16="http://schemas.microsoft.com/office/drawing/2014/main" id="{387763B8-1107-D1AF-CE70-5D9F9D5AEB07}"/>
                </a:ext>
              </a:extLst>
            </p:cNvPr>
            <p:cNvSpPr/>
            <p:nvPr/>
          </p:nvSpPr>
          <p:spPr>
            <a:xfrm>
              <a:off x="5944703" y="5585018"/>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a:extLst>
                <a:ext uri="{FF2B5EF4-FFF2-40B4-BE49-F238E27FC236}">
                  <a16:creationId xmlns:a16="http://schemas.microsoft.com/office/drawing/2014/main" id="{3B5E1B0F-7402-8E08-321F-8A688A71F5EA}"/>
                </a:ext>
              </a:extLst>
            </p:cNvPr>
            <p:cNvSpPr/>
            <p:nvPr/>
          </p:nvSpPr>
          <p:spPr>
            <a:xfrm>
              <a:off x="5982756" y="5625591"/>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a:extLst>
                <a:ext uri="{FF2B5EF4-FFF2-40B4-BE49-F238E27FC236}">
                  <a16:creationId xmlns:a16="http://schemas.microsoft.com/office/drawing/2014/main" id="{B44C28A8-B606-77EA-0CC3-8364D849B3B8}"/>
                </a:ext>
              </a:extLst>
            </p:cNvPr>
            <p:cNvSpPr/>
            <p:nvPr/>
          </p:nvSpPr>
          <p:spPr>
            <a:xfrm>
              <a:off x="6020808" y="5666164"/>
              <a:ext cx="196182" cy="206283"/>
            </a:xfrm>
            <a:prstGeom prst="rect">
              <a:avLst/>
            </a:prstGeom>
            <a:solidFill>
              <a:schemeClr val="tx2">
                <a:lumMod val="25000"/>
                <a:lumOff val="75000"/>
              </a:schemeClr>
            </a:solidFill>
            <a:ln>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3" name="箭头: 右 132">
            <a:extLst>
              <a:ext uri="{FF2B5EF4-FFF2-40B4-BE49-F238E27FC236}">
                <a16:creationId xmlns:a16="http://schemas.microsoft.com/office/drawing/2014/main" id="{35A74E1E-FFC4-4840-6F08-ED4DBA1933CC}"/>
              </a:ext>
            </a:extLst>
          </p:cNvPr>
          <p:cNvSpPr/>
          <p:nvPr/>
        </p:nvSpPr>
        <p:spPr>
          <a:xfrm flipH="1">
            <a:off x="1974452" y="5292044"/>
            <a:ext cx="639074" cy="3290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Content Placeholder 2">
            <a:extLst>
              <a:ext uri="{FF2B5EF4-FFF2-40B4-BE49-F238E27FC236}">
                <a16:creationId xmlns:a16="http://schemas.microsoft.com/office/drawing/2014/main" id="{D8841E24-BA41-207D-301C-C80C5DA84EB2}"/>
              </a:ext>
            </a:extLst>
          </p:cNvPr>
          <p:cNvSpPr txBox="1">
            <a:spLocks/>
          </p:cNvSpPr>
          <p:nvPr/>
        </p:nvSpPr>
        <p:spPr>
          <a:xfrm>
            <a:off x="1970924" y="4887311"/>
            <a:ext cx="753959" cy="258437"/>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200">
                <a:latin typeface="Georgia"/>
                <a:ea typeface="+mn-lt"/>
                <a:cs typeface="+mn-lt"/>
              </a:rPr>
              <a:t>Flatten</a:t>
            </a:r>
            <a:endParaRPr lang="zh-CN"/>
          </a:p>
        </p:txBody>
      </p:sp>
      <p:sp>
        <p:nvSpPr>
          <p:cNvPr id="135" name="椭圆 134">
            <a:extLst>
              <a:ext uri="{FF2B5EF4-FFF2-40B4-BE49-F238E27FC236}">
                <a16:creationId xmlns:a16="http://schemas.microsoft.com/office/drawing/2014/main" id="{1645016E-829C-B870-C937-FC4EF208680C}"/>
              </a:ext>
            </a:extLst>
          </p:cNvPr>
          <p:cNvSpPr/>
          <p:nvPr/>
        </p:nvSpPr>
        <p:spPr>
          <a:xfrm>
            <a:off x="797047" y="4994216"/>
            <a:ext cx="815122" cy="8479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36" name="Content Placeholder 2">
            <a:extLst>
              <a:ext uri="{FF2B5EF4-FFF2-40B4-BE49-F238E27FC236}">
                <a16:creationId xmlns:a16="http://schemas.microsoft.com/office/drawing/2014/main" id="{98C0DC26-CD67-AF04-D345-BA84F5DE771E}"/>
              </a:ext>
            </a:extLst>
          </p:cNvPr>
          <p:cNvSpPr txBox="1">
            <a:spLocks/>
          </p:cNvSpPr>
          <p:nvPr/>
        </p:nvSpPr>
        <p:spPr>
          <a:xfrm>
            <a:off x="659497" y="5944077"/>
            <a:ext cx="1575437" cy="35208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1024 features</a:t>
            </a:r>
            <a:endParaRPr lang="zh-CN"/>
          </a:p>
        </p:txBody>
      </p:sp>
      <p:pic>
        <p:nvPicPr>
          <p:cNvPr id="5" name="图形 4" descr="Features - NuMind - Create NLP models, effortlessly">
            <a:extLst>
              <a:ext uri="{FF2B5EF4-FFF2-40B4-BE49-F238E27FC236}">
                <a16:creationId xmlns:a16="http://schemas.microsoft.com/office/drawing/2014/main" id="{D903A1BB-67C1-02D6-4546-2FFECA21F1C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285" y="5151658"/>
            <a:ext cx="454663" cy="514420"/>
          </a:xfrm>
          <a:prstGeom prst="rect">
            <a:avLst/>
          </a:prstGeom>
        </p:spPr>
      </p:pic>
    </p:spTree>
    <p:extLst>
      <p:ext uri="{BB962C8B-B14F-4D97-AF65-F5344CB8AC3E}">
        <p14:creationId xmlns:p14="http://schemas.microsoft.com/office/powerpoint/2010/main" val="399411616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BFC14-56DC-FD26-FADF-168EC0F58147}"/>
            </a:ext>
          </a:extLst>
        </p:cNvPr>
        <p:cNvGrpSpPr/>
        <p:nvPr/>
      </p:nvGrpSpPr>
      <p:grpSpPr>
        <a:xfrm>
          <a:off x="0" y="0"/>
          <a:ext cx="0" cy="0"/>
          <a:chOff x="0" y="0"/>
          <a:chExt cx="0" cy="0"/>
        </a:xfrm>
      </p:grpSpPr>
      <p:pic>
        <p:nvPicPr>
          <p:cNvPr id="8" name="Picture 7" descr="A diagram of a diagram of a computer">
            <a:extLst>
              <a:ext uri="{FF2B5EF4-FFF2-40B4-BE49-F238E27FC236}">
                <a16:creationId xmlns:a16="http://schemas.microsoft.com/office/drawing/2014/main" id="{636F1745-486B-E78E-4532-08CDFECB5555}"/>
              </a:ext>
            </a:extLst>
          </p:cNvPr>
          <p:cNvPicPr>
            <a:picLocks noChangeAspect="1"/>
          </p:cNvPicPr>
          <p:nvPr/>
        </p:nvPicPr>
        <p:blipFill>
          <a:blip r:embed="rId3"/>
          <a:srcRect r="333" b="26490"/>
          <a:stretch>
            <a:fillRect/>
          </a:stretch>
        </p:blipFill>
        <p:spPr>
          <a:xfrm>
            <a:off x="1006231" y="1140883"/>
            <a:ext cx="10145472" cy="3948994"/>
          </a:xfrm>
          <a:prstGeom prst="rect">
            <a:avLst/>
          </a:prstGeom>
        </p:spPr>
      </p:pic>
      <p:sp>
        <p:nvSpPr>
          <p:cNvPr id="138" name="Content Placeholder 2">
            <a:extLst>
              <a:ext uri="{FF2B5EF4-FFF2-40B4-BE49-F238E27FC236}">
                <a16:creationId xmlns:a16="http://schemas.microsoft.com/office/drawing/2014/main" id="{3C19EDDF-A2AB-4BBA-9E24-5D3CF8266E29}"/>
              </a:ext>
            </a:extLst>
          </p:cNvPr>
          <p:cNvSpPr txBox="1">
            <a:spLocks/>
          </p:cNvSpPr>
          <p:nvPr/>
        </p:nvSpPr>
        <p:spPr>
          <a:xfrm>
            <a:off x="336550" y="1140884"/>
            <a:ext cx="6991350" cy="4785174"/>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500">
              <a:latin typeface="Georgia"/>
            </a:endParaRPr>
          </a:p>
        </p:txBody>
      </p:sp>
      <p:sp>
        <p:nvSpPr>
          <p:cNvPr id="4" name="Content Placeholder 2">
            <a:extLst>
              <a:ext uri="{FF2B5EF4-FFF2-40B4-BE49-F238E27FC236}">
                <a16:creationId xmlns:a16="http://schemas.microsoft.com/office/drawing/2014/main" id="{9364B86E-BF6D-AB88-E613-12EA373721D5}"/>
              </a:ext>
            </a:extLst>
          </p:cNvPr>
          <p:cNvSpPr>
            <a:spLocks noGrp="1"/>
          </p:cNvSpPr>
          <p:nvPr>
            <p:ph idx="1"/>
          </p:nvPr>
        </p:nvSpPr>
        <p:spPr>
          <a:xfrm>
            <a:off x="6991935" y="5300870"/>
            <a:ext cx="4933950" cy="1082180"/>
          </a:xfrm>
          <a:solidFill>
            <a:schemeClr val="bg1"/>
          </a:solidFill>
        </p:spPr>
        <p:txBody>
          <a:bodyPr vert="horz" lIns="91440" tIns="45720" rIns="91440" bIns="45720" rtlCol="0" anchor="t">
            <a:normAutofit/>
          </a:bodyPr>
          <a:lstStyle/>
          <a:p>
            <a:pPr marL="0" indent="0">
              <a:buNone/>
            </a:pPr>
            <a:r>
              <a:rPr lang="en-US" altLang="zh-CN" sz="2000" b="1">
                <a:highlight>
                  <a:srgbClr val="00D4CD"/>
                </a:highlight>
                <a:latin typeface="Georgia"/>
                <a:ea typeface="等线"/>
              </a:rPr>
              <a:t>(g) Train surrogate model</a:t>
            </a:r>
            <a:endParaRPr lang="en-US" altLang="zh-CN" sz="2000" b="1">
              <a:highlight>
                <a:srgbClr val="00D4CD"/>
              </a:highlight>
              <a:latin typeface="Georgia"/>
              <a:ea typeface="等线" panose="02010600030101010101" pitchFamily="2" charset="-122"/>
            </a:endParaRPr>
          </a:p>
          <a:p>
            <a:pPr marL="0" indent="0">
              <a:buNone/>
            </a:pPr>
            <a:r>
              <a:rPr lang="en-SG" sz="1800">
                <a:latin typeface="Georgia"/>
                <a:ea typeface="等线"/>
              </a:rPr>
              <a:t>Outputs: 24 task illuminance levels + 3 ceiling light illuminance levels + power</a:t>
            </a:r>
            <a:endParaRPr lang="en-US" sz="1800">
              <a:latin typeface="Georgia"/>
              <a:ea typeface="等线" panose="02010600030101010101" pitchFamily="2" charset="-122"/>
            </a:endParaRPr>
          </a:p>
          <a:p>
            <a:pPr marL="0" indent="0">
              <a:buNone/>
            </a:pPr>
            <a:endParaRPr lang="en-US" sz="1500">
              <a:latin typeface="Georgia"/>
              <a:ea typeface="等线"/>
            </a:endParaRPr>
          </a:p>
        </p:txBody>
      </p:sp>
      <p:sp>
        <p:nvSpPr>
          <p:cNvPr id="9" name="Title 1">
            <a:extLst>
              <a:ext uri="{FF2B5EF4-FFF2-40B4-BE49-F238E27FC236}">
                <a16:creationId xmlns:a16="http://schemas.microsoft.com/office/drawing/2014/main" id="{D1F8697D-68A4-B936-C508-E3F494AB4E75}"/>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sp>
        <p:nvSpPr>
          <p:cNvPr id="75" name="Content Placeholder 2">
            <a:extLst>
              <a:ext uri="{FF2B5EF4-FFF2-40B4-BE49-F238E27FC236}">
                <a16:creationId xmlns:a16="http://schemas.microsoft.com/office/drawing/2014/main" id="{B7A39F70-CB6D-ACB7-B394-44AD7A03C850}"/>
              </a:ext>
            </a:extLst>
          </p:cNvPr>
          <p:cNvSpPr txBox="1">
            <a:spLocks/>
          </p:cNvSpPr>
          <p:nvPr/>
        </p:nvSpPr>
        <p:spPr>
          <a:xfrm>
            <a:off x="473873" y="1323132"/>
            <a:ext cx="3609828" cy="881418"/>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800" b="1">
                <a:latin typeface="Georgia"/>
                <a:ea typeface="等线"/>
              </a:rPr>
              <a:t>Tabular Branch:</a:t>
            </a:r>
          </a:p>
        </p:txBody>
      </p:sp>
      <p:sp>
        <p:nvSpPr>
          <p:cNvPr id="6" name="Content Placeholder 2">
            <a:extLst>
              <a:ext uri="{FF2B5EF4-FFF2-40B4-BE49-F238E27FC236}">
                <a16:creationId xmlns:a16="http://schemas.microsoft.com/office/drawing/2014/main" id="{C9F9878C-3D61-39E5-6EFC-A806C686DBD7}"/>
              </a:ext>
            </a:extLst>
          </p:cNvPr>
          <p:cNvSpPr txBox="1">
            <a:spLocks/>
          </p:cNvSpPr>
          <p:nvPr/>
        </p:nvSpPr>
        <p:spPr>
          <a:xfrm>
            <a:off x="474767" y="1919758"/>
            <a:ext cx="6274292" cy="1205454"/>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800">
                <a:latin typeface="Georgia"/>
                <a:ea typeface="等线"/>
              </a:rPr>
              <a:t>25 dimensions: </a:t>
            </a:r>
            <a:r>
              <a:rPr lang="en-SG" sz="1800" err="1">
                <a:latin typeface="Georgia"/>
                <a:ea typeface="等线"/>
              </a:rPr>
              <a:t>occupant_count</a:t>
            </a:r>
            <a:r>
              <a:rPr lang="en-SG" sz="1800">
                <a:latin typeface="Georgia"/>
                <a:ea typeface="等线"/>
              </a:rPr>
              <a:t> + occupancy at 24 seats</a:t>
            </a:r>
          </a:p>
          <a:p>
            <a:pPr marL="0" indent="0">
              <a:buNone/>
            </a:pPr>
            <a:endParaRPr lang="en-SG" altLang="zh-CN" sz="1800">
              <a:latin typeface="Georgia"/>
              <a:ea typeface="等线"/>
            </a:endParaRPr>
          </a:p>
        </p:txBody>
      </p:sp>
      <p:sp>
        <p:nvSpPr>
          <p:cNvPr id="3" name="Rectangle 2">
            <a:extLst>
              <a:ext uri="{FF2B5EF4-FFF2-40B4-BE49-F238E27FC236}">
                <a16:creationId xmlns:a16="http://schemas.microsoft.com/office/drawing/2014/main" id="{B8BF32BB-6CBA-C8EC-638D-CAADC4C7D1E0}"/>
              </a:ext>
            </a:extLst>
          </p:cNvPr>
          <p:cNvSpPr/>
          <p:nvPr/>
        </p:nvSpPr>
        <p:spPr>
          <a:xfrm>
            <a:off x="234665" y="1042348"/>
            <a:ext cx="6749312" cy="1478162"/>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grpSp>
        <p:nvGrpSpPr>
          <p:cNvPr id="34" name="组合 33">
            <a:extLst>
              <a:ext uri="{FF2B5EF4-FFF2-40B4-BE49-F238E27FC236}">
                <a16:creationId xmlns:a16="http://schemas.microsoft.com/office/drawing/2014/main" id="{219BCF2B-21EA-990B-8C7D-A9818B10AC3A}"/>
              </a:ext>
            </a:extLst>
          </p:cNvPr>
          <p:cNvGrpSpPr/>
          <p:nvPr/>
        </p:nvGrpSpPr>
        <p:grpSpPr>
          <a:xfrm>
            <a:off x="2067956" y="3433184"/>
            <a:ext cx="1063215" cy="1042891"/>
            <a:chOff x="1979351" y="3433184"/>
            <a:chExt cx="815122" cy="847961"/>
          </a:xfrm>
        </p:grpSpPr>
        <p:sp>
          <p:nvSpPr>
            <p:cNvPr id="12" name="椭圆 11">
              <a:extLst>
                <a:ext uri="{FF2B5EF4-FFF2-40B4-BE49-F238E27FC236}">
                  <a16:creationId xmlns:a16="http://schemas.microsoft.com/office/drawing/2014/main" id="{035DB1CB-7C74-CA33-2070-C0CAA9097616}"/>
                </a:ext>
              </a:extLst>
            </p:cNvPr>
            <p:cNvSpPr/>
            <p:nvPr/>
          </p:nvSpPr>
          <p:spPr>
            <a:xfrm>
              <a:off x="1979351" y="3433184"/>
              <a:ext cx="815122" cy="8479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14" name="图形 13" descr="Features - NuMind - Create NLP models, effortlessly">
              <a:extLst>
                <a:ext uri="{FF2B5EF4-FFF2-40B4-BE49-F238E27FC236}">
                  <a16:creationId xmlns:a16="http://schemas.microsoft.com/office/drawing/2014/main" id="{A991B642-2A94-A97F-ADAE-CFD9A2C324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77589" y="3590626"/>
              <a:ext cx="454663" cy="514420"/>
            </a:xfrm>
            <a:prstGeom prst="rect">
              <a:avLst/>
            </a:prstGeom>
          </p:spPr>
        </p:pic>
      </p:grpSp>
      <p:sp>
        <p:nvSpPr>
          <p:cNvPr id="16" name="Content Placeholder 2">
            <a:extLst>
              <a:ext uri="{FF2B5EF4-FFF2-40B4-BE49-F238E27FC236}">
                <a16:creationId xmlns:a16="http://schemas.microsoft.com/office/drawing/2014/main" id="{CC421459-F73F-1693-C616-601B735DC6C2}"/>
              </a:ext>
            </a:extLst>
          </p:cNvPr>
          <p:cNvSpPr txBox="1">
            <a:spLocks/>
          </p:cNvSpPr>
          <p:nvPr/>
        </p:nvSpPr>
        <p:spPr>
          <a:xfrm>
            <a:off x="1917901" y="2986184"/>
            <a:ext cx="3609828" cy="44599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800" b="1">
                <a:latin typeface="Georgia"/>
                <a:ea typeface="等线"/>
              </a:rPr>
              <a:t>Fusion MLP:</a:t>
            </a:r>
          </a:p>
        </p:txBody>
      </p:sp>
      <p:grpSp>
        <p:nvGrpSpPr>
          <p:cNvPr id="23" name="组合 22">
            <a:extLst>
              <a:ext uri="{FF2B5EF4-FFF2-40B4-BE49-F238E27FC236}">
                <a16:creationId xmlns:a16="http://schemas.microsoft.com/office/drawing/2014/main" id="{8EFE2AFE-54DC-9FC7-16C4-062E2E1A650B}"/>
              </a:ext>
            </a:extLst>
          </p:cNvPr>
          <p:cNvGrpSpPr/>
          <p:nvPr/>
        </p:nvGrpSpPr>
        <p:grpSpPr>
          <a:xfrm>
            <a:off x="3317824" y="3396975"/>
            <a:ext cx="3742327" cy="2925082"/>
            <a:chOff x="3317824" y="3396975"/>
            <a:chExt cx="3742327" cy="2925082"/>
          </a:xfrm>
        </p:grpSpPr>
        <p:pic>
          <p:nvPicPr>
            <p:cNvPr id="2" name="图片 1" descr="What Are Convolutional Neural Networks?">
              <a:extLst>
                <a:ext uri="{FF2B5EF4-FFF2-40B4-BE49-F238E27FC236}">
                  <a16:creationId xmlns:a16="http://schemas.microsoft.com/office/drawing/2014/main" id="{00FDD6E2-CB59-42DC-378E-2A185F095F2D}"/>
                </a:ext>
              </a:extLst>
            </p:cNvPr>
            <p:cNvPicPr>
              <a:picLocks noChangeAspect="1"/>
            </p:cNvPicPr>
            <p:nvPr/>
          </p:nvPicPr>
          <p:blipFill>
            <a:blip r:embed="rId6"/>
            <a:srcRect l="35209" t="28448" r="19453" b="10057"/>
            <a:stretch>
              <a:fillRect/>
            </a:stretch>
          </p:blipFill>
          <p:spPr>
            <a:xfrm>
              <a:off x="3480886" y="3720558"/>
              <a:ext cx="3352984" cy="2601499"/>
            </a:xfrm>
            <a:prstGeom prst="rect">
              <a:avLst/>
            </a:prstGeom>
          </p:spPr>
        </p:pic>
        <p:sp>
          <p:nvSpPr>
            <p:cNvPr id="18" name="Content Placeholder 2">
              <a:extLst>
                <a:ext uri="{FF2B5EF4-FFF2-40B4-BE49-F238E27FC236}">
                  <a16:creationId xmlns:a16="http://schemas.microsoft.com/office/drawing/2014/main" id="{8A340CD1-6BF9-3DE2-D936-29D60DC49DF1}"/>
                </a:ext>
              </a:extLst>
            </p:cNvPr>
            <p:cNvSpPr txBox="1">
              <a:spLocks/>
            </p:cNvSpPr>
            <p:nvPr/>
          </p:nvSpPr>
          <p:spPr>
            <a:xfrm>
              <a:off x="3317824" y="3396975"/>
              <a:ext cx="694327" cy="331581"/>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1088</a:t>
              </a:r>
              <a:endParaRPr lang="zh-CN" altLang="en-US" sz="1400">
                <a:latin typeface="Georgia"/>
              </a:endParaRPr>
            </a:p>
          </p:txBody>
        </p:sp>
        <p:sp>
          <p:nvSpPr>
            <p:cNvPr id="19" name="Content Placeholder 2">
              <a:extLst>
                <a:ext uri="{FF2B5EF4-FFF2-40B4-BE49-F238E27FC236}">
                  <a16:creationId xmlns:a16="http://schemas.microsoft.com/office/drawing/2014/main" id="{2B12F786-95FA-6767-3217-0358F0C0459A}"/>
                </a:ext>
              </a:extLst>
            </p:cNvPr>
            <p:cNvSpPr txBox="1">
              <a:spLocks/>
            </p:cNvSpPr>
            <p:nvPr/>
          </p:nvSpPr>
          <p:spPr>
            <a:xfrm>
              <a:off x="4297539" y="3396975"/>
              <a:ext cx="694327" cy="331581"/>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256</a:t>
              </a:r>
              <a:endParaRPr lang="zh-CN" altLang="en-US" sz="1400">
                <a:latin typeface="Georgia"/>
              </a:endParaRPr>
            </a:p>
          </p:txBody>
        </p:sp>
        <p:sp>
          <p:nvSpPr>
            <p:cNvPr id="20" name="Content Placeholder 2">
              <a:extLst>
                <a:ext uri="{FF2B5EF4-FFF2-40B4-BE49-F238E27FC236}">
                  <a16:creationId xmlns:a16="http://schemas.microsoft.com/office/drawing/2014/main" id="{8A340CD1-6BF9-3DE2-D936-29D60DC49DF1}"/>
                </a:ext>
              </a:extLst>
            </p:cNvPr>
            <p:cNvSpPr txBox="1">
              <a:spLocks/>
            </p:cNvSpPr>
            <p:nvPr/>
          </p:nvSpPr>
          <p:spPr>
            <a:xfrm>
              <a:off x="5217876" y="3396975"/>
              <a:ext cx="694327" cy="331581"/>
            </a:xfrm>
            <a:prstGeom prst="rect">
              <a:avLst/>
            </a:prstGeom>
            <a:solidFill>
              <a:schemeClr val="bg1"/>
            </a:solidFill>
          </p:spPr>
          <p:txBody>
            <a:bodyPr vert="horz" lIns="91440" tIns="45720" rIns="91440" bIns="45720" rtlCol="0" anchor="t">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128</a:t>
              </a:r>
              <a:endParaRPr lang="zh-CN" altLang="en-US" sz="1400">
                <a:latin typeface="Georgia"/>
              </a:endParaRPr>
            </a:p>
          </p:txBody>
        </p:sp>
        <p:sp>
          <p:nvSpPr>
            <p:cNvPr id="21" name="Content Placeholder 2">
              <a:extLst>
                <a:ext uri="{FF2B5EF4-FFF2-40B4-BE49-F238E27FC236}">
                  <a16:creationId xmlns:a16="http://schemas.microsoft.com/office/drawing/2014/main" id="{0E07881E-E9E2-EDD4-34DF-5CC43A73BACA}"/>
                </a:ext>
              </a:extLst>
            </p:cNvPr>
            <p:cNvSpPr txBox="1">
              <a:spLocks/>
            </p:cNvSpPr>
            <p:nvPr/>
          </p:nvSpPr>
          <p:spPr>
            <a:xfrm>
              <a:off x="6365824" y="4099598"/>
              <a:ext cx="694327" cy="331581"/>
            </a:xfrm>
            <a:prstGeom prst="rect">
              <a:avLst/>
            </a:prstGeom>
            <a:solidFill>
              <a:schemeClr val="bg1"/>
            </a:solidFill>
          </p:spPr>
          <p:txBody>
            <a:bodyPr vert="horz" lIns="91440" tIns="45720" rIns="91440" bIns="45720" rtlCol="0" anchor="t">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28</a:t>
              </a:r>
              <a:endParaRPr lang="zh-CN" altLang="en-US" sz="1400">
                <a:latin typeface="Georgia"/>
              </a:endParaRPr>
            </a:p>
          </p:txBody>
        </p:sp>
        <p:pic>
          <p:nvPicPr>
            <p:cNvPr id="22" name="图片 21">
              <a:extLst>
                <a:ext uri="{FF2B5EF4-FFF2-40B4-BE49-F238E27FC236}">
                  <a16:creationId xmlns:a16="http://schemas.microsoft.com/office/drawing/2014/main" id="{2C757770-104C-1DC7-788C-6E61BAFF4C01}"/>
                </a:ext>
              </a:extLst>
            </p:cNvPr>
            <p:cNvPicPr>
              <a:picLocks noChangeAspect="1"/>
            </p:cNvPicPr>
            <p:nvPr/>
          </p:nvPicPr>
          <p:blipFill>
            <a:blip r:embed="rId7"/>
            <a:stretch>
              <a:fillRect/>
            </a:stretch>
          </p:blipFill>
          <p:spPr>
            <a:xfrm>
              <a:off x="6461075" y="4729315"/>
              <a:ext cx="257175" cy="523875"/>
            </a:xfrm>
            <a:prstGeom prst="rect">
              <a:avLst/>
            </a:prstGeom>
          </p:spPr>
        </p:pic>
      </p:grpSp>
      <p:sp>
        <p:nvSpPr>
          <p:cNvPr id="15" name="Rectangle 2">
            <a:extLst>
              <a:ext uri="{FF2B5EF4-FFF2-40B4-BE49-F238E27FC236}">
                <a16:creationId xmlns:a16="http://schemas.microsoft.com/office/drawing/2014/main" id="{9DC5CC74-4806-B4C3-F8D5-1FD91CB2DD12}"/>
              </a:ext>
            </a:extLst>
          </p:cNvPr>
          <p:cNvSpPr/>
          <p:nvPr/>
        </p:nvSpPr>
        <p:spPr>
          <a:xfrm>
            <a:off x="1753667" y="2838260"/>
            <a:ext cx="5240206" cy="3497555"/>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26" name="箭头: 右 25">
            <a:extLst>
              <a:ext uri="{FF2B5EF4-FFF2-40B4-BE49-F238E27FC236}">
                <a16:creationId xmlns:a16="http://schemas.microsoft.com/office/drawing/2014/main" id="{7099D23B-A525-CAB4-F3D7-B3A053339585}"/>
              </a:ext>
            </a:extLst>
          </p:cNvPr>
          <p:cNvSpPr/>
          <p:nvPr/>
        </p:nvSpPr>
        <p:spPr>
          <a:xfrm rot="5400000">
            <a:off x="78473" y="3288373"/>
            <a:ext cx="1864139" cy="1998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Content Placeholder 2">
            <a:extLst>
              <a:ext uri="{FF2B5EF4-FFF2-40B4-BE49-F238E27FC236}">
                <a16:creationId xmlns:a16="http://schemas.microsoft.com/office/drawing/2014/main" id="{7F6FD32D-E83A-256D-20BC-758AA3958D3E}"/>
              </a:ext>
            </a:extLst>
          </p:cNvPr>
          <p:cNvSpPr txBox="1">
            <a:spLocks/>
          </p:cNvSpPr>
          <p:nvPr/>
        </p:nvSpPr>
        <p:spPr>
          <a:xfrm>
            <a:off x="492341" y="4380541"/>
            <a:ext cx="1022042" cy="416334"/>
          </a:xfrm>
          <a:prstGeom prst="rect">
            <a:avLst/>
          </a:prstGeom>
          <a:solidFill>
            <a:schemeClr val="bg1"/>
          </a:solidFill>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SG" sz="1200">
                <a:latin typeface="Georgia"/>
                <a:ea typeface="+mn-lt"/>
                <a:cs typeface="+mn-lt"/>
              </a:rPr>
              <a:t>Feature Embedding</a:t>
            </a:r>
            <a:endParaRPr lang="zh-CN"/>
          </a:p>
        </p:txBody>
      </p:sp>
      <p:grpSp>
        <p:nvGrpSpPr>
          <p:cNvPr id="33" name="组合 32">
            <a:extLst>
              <a:ext uri="{FF2B5EF4-FFF2-40B4-BE49-F238E27FC236}">
                <a16:creationId xmlns:a16="http://schemas.microsoft.com/office/drawing/2014/main" id="{DD978593-2CF5-08BE-8604-0CA8EE4B9605}"/>
              </a:ext>
            </a:extLst>
          </p:cNvPr>
          <p:cNvGrpSpPr/>
          <p:nvPr/>
        </p:nvGrpSpPr>
        <p:grpSpPr>
          <a:xfrm>
            <a:off x="468824" y="4866371"/>
            <a:ext cx="1036633" cy="1060613"/>
            <a:chOff x="230431" y="4984447"/>
            <a:chExt cx="815122" cy="847961"/>
          </a:xfrm>
        </p:grpSpPr>
        <p:sp>
          <p:nvSpPr>
            <p:cNvPr id="30" name="椭圆 29">
              <a:extLst>
                <a:ext uri="{FF2B5EF4-FFF2-40B4-BE49-F238E27FC236}">
                  <a16:creationId xmlns:a16="http://schemas.microsoft.com/office/drawing/2014/main" id="{133E9058-B04D-DD62-947A-9EFAE278278E}"/>
                </a:ext>
              </a:extLst>
            </p:cNvPr>
            <p:cNvSpPr/>
            <p:nvPr/>
          </p:nvSpPr>
          <p:spPr>
            <a:xfrm>
              <a:off x="230431" y="4984447"/>
              <a:ext cx="815122" cy="8479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pic>
          <p:nvPicPr>
            <p:cNvPr id="31" name="图片 30" descr="Derivation of Backpropagation in Convolutional Neural Network (CNN) - Quark  Machine Learning">
              <a:extLst>
                <a:ext uri="{FF2B5EF4-FFF2-40B4-BE49-F238E27FC236}">
                  <a16:creationId xmlns:a16="http://schemas.microsoft.com/office/drawing/2014/main" id="{4EF0A67F-3F97-5E24-89B2-727FB52ECA80}"/>
                </a:ext>
              </a:extLst>
            </p:cNvPr>
            <p:cNvPicPr>
              <a:picLocks noChangeAspect="1"/>
            </p:cNvPicPr>
            <p:nvPr/>
          </p:nvPicPr>
          <p:blipFill>
            <a:blip r:embed="rId8"/>
            <a:srcRect l="7891" r="4878"/>
            <a:stretch>
              <a:fillRect/>
            </a:stretch>
          </p:blipFill>
          <p:spPr>
            <a:xfrm>
              <a:off x="341072" y="5183182"/>
              <a:ext cx="601842" cy="449924"/>
            </a:xfrm>
            <a:prstGeom prst="rect">
              <a:avLst/>
            </a:prstGeom>
          </p:spPr>
        </p:pic>
      </p:grpSp>
      <p:sp>
        <p:nvSpPr>
          <p:cNvPr id="38" name="Content Placeholder 2">
            <a:extLst>
              <a:ext uri="{FF2B5EF4-FFF2-40B4-BE49-F238E27FC236}">
                <a16:creationId xmlns:a16="http://schemas.microsoft.com/office/drawing/2014/main" id="{4E861A30-B8F9-ACD4-AD06-93592014C830}"/>
              </a:ext>
            </a:extLst>
          </p:cNvPr>
          <p:cNvSpPr txBox="1">
            <a:spLocks/>
          </p:cNvSpPr>
          <p:nvPr/>
        </p:nvSpPr>
        <p:spPr>
          <a:xfrm>
            <a:off x="437985" y="5988380"/>
            <a:ext cx="1265321" cy="38753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64 features</a:t>
            </a:r>
            <a:endParaRPr lang="zh-CN"/>
          </a:p>
        </p:txBody>
      </p:sp>
      <p:sp>
        <p:nvSpPr>
          <p:cNvPr id="40" name="Content Placeholder 2">
            <a:extLst>
              <a:ext uri="{FF2B5EF4-FFF2-40B4-BE49-F238E27FC236}">
                <a16:creationId xmlns:a16="http://schemas.microsoft.com/office/drawing/2014/main" id="{88CB54BF-0AAF-0A3D-49E8-9A23AAE87DB7}"/>
              </a:ext>
            </a:extLst>
          </p:cNvPr>
          <p:cNvSpPr txBox="1">
            <a:spLocks/>
          </p:cNvSpPr>
          <p:nvPr/>
        </p:nvSpPr>
        <p:spPr>
          <a:xfrm>
            <a:off x="1961985" y="4561846"/>
            <a:ext cx="1389368" cy="37867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sz="1400">
                <a:latin typeface="Georgia"/>
                <a:ea typeface="+mn-lt"/>
                <a:cs typeface="+mn-lt"/>
              </a:rPr>
              <a:t>1024 features</a:t>
            </a:r>
            <a:endParaRPr lang="zh-CN"/>
          </a:p>
        </p:txBody>
      </p:sp>
      <p:sp>
        <p:nvSpPr>
          <p:cNvPr id="42" name="箭头: 右 41">
            <a:extLst>
              <a:ext uri="{FF2B5EF4-FFF2-40B4-BE49-F238E27FC236}">
                <a16:creationId xmlns:a16="http://schemas.microsoft.com/office/drawing/2014/main" id="{4B756A9E-9A89-564F-B26A-001FBCFCE54A}"/>
              </a:ext>
            </a:extLst>
          </p:cNvPr>
          <p:cNvSpPr/>
          <p:nvPr/>
        </p:nvSpPr>
        <p:spPr>
          <a:xfrm>
            <a:off x="1661628" y="5333578"/>
            <a:ext cx="1836256" cy="1135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1DF7A21D-EFBB-C363-2A43-CEA146F9C080}"/>
              </a:ext>
            </a:extLst>
          </p:cNvPr>
          <p:cNvSpPr/>
          <p:nvPr/>
        </p:nvSpPr>
        <p:spPr>
          <a:xfrm rot="5400000">
            <a:off x="2352743" y="4908274"/>
            <a:ext cx="498328" cy="4857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952883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8D940-CA27-8D97-201E-8615163A12E7}"/>
            </a:ext>
          </a:extLst>
        </p:cNvPr>
        <p:cNvGrpSpPr/>
        <p:nvPr/>
      </p:nvGrpSpPr>
      <p:grpSpPr>
        <a:xfrm>
          <a:off x="0" y="0"/>
          <a:ext cx="0" cy="0"/>
          <a:chOff x="0" y="0"/>
          <a:chExt cx="0" cy="0"/>
        </a:xfrm>
      </p:grpSpPr>
      <p:pic>
        <p:nvPicPr>
          <p:cNvPr id="8" name="Picture 7" descr="A diagram of a diagram of a computer">
            <a:extLst>
              <a:ext uri="{FF2B5EF4-FFF2-40B4-BE49-F238E27FC236}">
                <a16:creationId xmlns:a16="http://schemas.microsoft.com/office/drawing/2014/main" id="{0023A0AF-8286-2B6C-2773-E012FEC1E69F}"/>
              </a:ext>
            </a:extLst>
          </p:cNvPr>
          <p:cNvPicPr>
            <a:picLocks noChangeAspect="1"/>
          </p:cNvPicPr>
          <p:nvPr/>
        </p:nvPicPr>
        <p:blipFill>
          <a:blip r:embed="rId3"/>
          <a:srcRect r="333" b="26490"/>
          <a:stretch>
            <a:fillRect/>
          </a:stretch>
        </p:blipFill>
        <p:spPr>
          <a:xfrm>
            <a:off x="1006231" y="1140883"/>
            <a:ext cx="10145472" cy="3948994"/>
          </a:xfrm>
          <a:prstGeom prst="rect">
            <a:avLst/>
          </a:prstGeom>
        </p:spPr>
      </p:pic>
      <p:sp>
        <p:nvSpPr>
          <p:cNvPr id="4" name="Content Placeholder 2">
            <a:extLst>
              <a:ext uri="{FF2B5EF4-FFF2-40B4-BE49-F238E27FC236}">
                <a16:creationId xmlns:a16="http://schemas.microsoft.com/office/drawing/2014/main" id="{2B261A62-2613-AD28-593B-CEDA9B4405D6}"/>
              </a:ext>
            </a:extLst>
          </p:cNvPr>
          <p:cNvSpPr>
            <a:spLocks noGrp="1"/>
          </p:cNvSpPr>
          <p:nvPr>
            <p:ph idx="1"/>
          </p:nvPr>
        </p:nvSpPr>
        <p:spPr>
          <a:xfrm>
            <a:off x="6991935" y="5300870"/>
            <a:ext cx="4933950" cy="1082180"/>
          </a:xfrm>
          <a:solidFill>
            <a:schemeClr val="bg1"/>
          </a:solidFill>
        </p:spPr>
        <p:txBody>
          <a:bodyPr vert="horz" lIns="91440" tIns="45720" rIns="91440" bIns="45720" rtlCol="0" anchor="t">
            <a:normAutofit/>
          </a:bodyPr>
          <a:lstStyle/>
          <a:p>
            <a:pPr marL="0" indent="0">
              <a:buNone/>
            </a:pPr>
            <a:r>
              <a:rPr lang="en-US" altLang="zh-CN" sz="2000" b="1">
                <a:highlight>
                  <a:srgbClr val="00D4CD"/>
                </a:highlight>
                <a:latin typeface="Georgia"/>
                <a:ea typeface="等线"/>
              </a:rPr>
              <a:t>(g) Train surrogate model</a:t>
            </a:r>
          </a:p>
          <a:p>
            <a:pPr marL="0" indent="0">
              <a:buNone/>
            </a:pPr>
            <a:r>
              <a:rPr lang="en-US" sz="1500">
                <a:latin typeface="Georgia"/>
              </a:rPr>
              <a:t>Optimizer: Adam</a:t>
            </a:r>
          </a:p>
          <a:p>
            <a:pPr marL="0" indent="0">
              <a:buNone/>
            </a:pPr>
            <a:r>
              <a:rPr lang="en-US" sz="1500">
                <a:latin typeface="Georgia"/>
                <a:ea typeface="等线"/>
              </a:rPr>
              <a:t>Loss Function: MSE</a:t>
            </a:r>
          </a:p>
        </p:txBody>
      </p:sp>
      <p:sp>
        <p:nvSpPr>
          <p:cNvPr id="3" name="Rectangle 2">
            <a:extLst>
              <a:ext uri="{FF2B5EF4-FFF2-40B4-BE49-F238E27FC236}">
                <a16:creationId xmlns:a16="http://schemas.microsoft.com/office/drawing/2014/main" id="{E6C845FC-EF44-49A6-988B-0F4DA5F7F44B}"/>
              </a:ext>
            </a:extLst>
          </p:cNvPr>
          <p:cNvSpPr/>
          <p:nvPr/>
        </p:nvSpPr>
        <p:spPr>
          <a:xfrm>
            <a:off x="7775837" y="1473200"/>
            <a:ext cx="3205430" cy="3709810"/>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5" name="Content Placeholder 2">
            <a:extLst>
              <a:ext uri="{FF2B5EF4-FFF2-40B4-BE49-F238E27FC236}">
                <a16:creationId xmlns:a16="http://schemas.microsoft.com/office/drawing/2014/main" id="{F9EFF185-5E6C-05B3-D438-958636091174}"/>
              </a:ext>
            </a:extLst>
          </p:cNvPr>
          <p:cNvSpPr txBox="1">
            <a:spLocks/>
          </p:cNvSpPr>
          <p:nvPr/>
        </p:nvSpPr>
        <p:spPr>
          <a:xfrm>
            <a:off x="336550" y="1140884"/>
            <a:ext cx="6991350" cy="4054490"/>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1500">
              <a:latin typeface="Georgia"/>
            </a:endParaRPr>
          </a:p>
        </p:txBody>
      </p:sp>
      <p:sp>
        <p:nvSpPr>
          <p:cNvPr id="9" name="Title 1">
            <a:extLst>
              <a:ext uri="{FF2B5EF4-FFF2-40B4-BE49-F238E27FC236}">
                <a16:creationId xmlns:a16="http://schemas.microsoft.com/office/drawing/2014/main" id="{9ED4B310-EC73-AD7D-607D-7409CDB4FDDD}"/>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sp>
        <p:nvSpPr>
          <p:cNvPr id="2" name="Content Placeholder 2">
            <a:extLst>
              <a:ext uri="{FF2B5EF4-FFF2-40B4-BE49-F238E27FC236}">
                <a16:creationId xmlns:a16="http://schemas.microsoft.com/office/drawing/2014/main" id="{F619847C-CEC8-1B99-98A1-34E922E61421}"/>
              </a:ext>
            </a:extLst>
          </p:cNvPr>
          <p:cNvSpPr txBox="1">
            <a:spLocks/>
          </p:cNvSpPr>
          <p:nvPr/>
        </p:nvSpPr>
        <p:spPr>
          <a:xfrm>
            <a:off x="4605586" y="2500386"/>
            <a:ext cx="1992942" cy="120828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a:latin typeface="Georgia"/>
              </a:rPr>
              <a:t>BATCH_SIZE = 32</a:t>
            </a:r>
          </a:p>
          <a:p>
            <a:pPr marL="0" indent="0">
              <a:buNone/>
            </a:pPr>
            <a:r>
              <a:rPr lang="en-GB" sz="1200">
                <a:latin typeface="Georgia"/>
              </a:rPr>
              <a:t>NUM_EPOCHS = </a:t>
            </a:r>
            <a:r>
              <a:rPr lang="en-GB" sz="1200">
                <a:solidFill>
                  <a:srgbClr val="DE00E3"/>
                </a:solidFill>
                <a:latin typeface="Georgia"/>
              </a:rPr>
              <a:t>300</a:t>
            </a:r>
          </a:p>
          <a:p>
            <a:pPr marL="0" indent="0">
              <a:buNone/>
            </a:pPr>
            <a:r>
              <a:rPr lang="en-GB" sz="1200">
                <a:latin typeface="Georgia"/>
              </a:rPr>
              <a:t>LEARNING_RATE = 1e-3</a:t>
            </a:r>
          </a:p>
          <a:p>
            <a:pPr marL="0" indent="0">
              <a:buNone/>
            </a:pPr>
            <a:r>
              <a:rPr lang="en-GB" sz="1200">
                <a:latin typeface="Georgia"/>
              </a:rPr>
              <a:t>VAL_SPLIT = 0.2</a:t>
            </a:r>
            <a:endParaRPr lang="en-US" sz="1200">
              <a:latin typeface="Georgia"/>
            </a:endParaRPr>
          </a:p>
        </p:txBody>
      </p:sp>
      <p:pic>
        <p:nvPicPr>
          <p:cNvPr id="7" name="Picture 6" descr="A graph with a line graph&#10;&#10;AI-generated content may be incorrect.">
            <a:extLst>
              <a:ext uri="{FF2B5EF4-FFF2-40B4-BE49-F238E27FC236}">
                <a16:creationId xmlns:a16="http://schemas.microsoft.com/office/drawing/2014/main" id="{7C327898-232A-CBA9-5D64-E7280889E5A4}"/>
              </a:ext>
            </a:extLst>
          </p:cNvPr>
          <p:cNvPicPr>
            <a:picLocks noChangeAspect="1"/>
          </p:cNvPicPr>
          <p:nvPr/>
        </p:nvPicPr>
        <p:blipFill>
          <a:blip r:embed="rId4"/>
          <a:stretch>
            <a:fillRect/>
          </a:stretch>
        </p:blipFill>
        <p:spPr>
          <a:xfrm>
            <a:off x="336549" y="1197122"/>
            <a:ext cx="4262687" cy="2664179"/>
          </a:xfrm>
          <a:prstGeom prst="rect">
            <a:avLst/>
          </a:prstGeom>
        </p:spPr>
      </p:pic>
      <p:pic>
        <p:nvPicPr>
          <p:cNvPr id="11" name="Picture 10" descr="A graph with blue and orange lines&#10;&#10;AI-generated content may be incorrect.">
            <a:extLst>
              <a:ext uri="{FF2B5EF4-FFF2-40B4-BE49-F238E27FC236}">
                <a16:creationId xmlns:a16="http://schemas.microsoft.com/office/drawing/2014/main" id="{3E04B51F-2554-64FC-F0AE-F4B7E98BBC17}"/>
              </a:ext>
            </a:extLst>
          </p:cNvPr>
          <p:cNvPicPr>
            <a:picLocks noChangeAspect="1"/>
          </p:cNvPicPr>
          <p:nvPr/>
        </p:nvPicPr>
        <p:blipFill>
          <a:blip r:embed="rId5"/>
          <a:stretch>
            <a:fillRect/>
          </a:stretch>
        </p:blipFill>
        <p:spPr>
          <a:xfrm>
            <a:off x="330201" y="3861300"/>
            <a:ext cx="4269036" cy="2668147"/>
          </a:xfrm>
          <a:prstGeom prst="rect">
            <a:avLst/>
          </a:prstGeom>
        </p:spPr>
      </p:pic>
      <p:sp>
        <p:nvSpPr>
          <p:cNvPr id="12" name="Content Placeholder 2">
            <a:extLst>
              <a:ext uri="{FF2B5EF4-FFF2-40B4-BE49-F238E27FC236}">
                <a16:creationId xmlns:a16="http://schemas.microsoft.com/office/drawing/2014/main" id="{92736A88-FE57-0276-1529-89782F3FDF35}"/>
              </a:ext>
            </a:extLst>
          </p:cNvPr>
          <p:cNvSpPr txBox="1">
            <a:spLocks/>
          </p:cNvSpPr>
          <p:nvPr/>
        </p:nvSpPr>
        <p:spPr>
          <a:xfrm>
            <a:off x="4605586" y="5173555"/>
            <a:ext cx="1992942" cy="1208289"/>
          </a:xfrm>
          <a:prstGeom prst="rect">
            <a:avLst/>
          </a:prstGeom>
          <a:solidFill>
            <a:schemeClr val="bg1"/>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1200">
                <a:latin typeface="Georgia"/>
              </a:rPr>
              <a:t>BATCH_SIZE = 32</a:t>
            </a:r>
          </a:p>
          <a:p>
            <a:pPr marL="0" indent="0">
              <a:buNone/>
            </a:pPr>
            <a:r>
              <a:rPr lang="en-GB" sz="1200">
                <a:latin typeface="Georgia"/>
              </a:rPr>
              <a:t>NUM_EPOCHS = 200</a:t>
            </a:r>
          </a:p>
          <a:p>
            <a:pPr marL="0" indent="0">
              <a:buNone/>
            </a:pPr>
            <a:r>
              <a:rPr lang="en-GB" sz="1200">
                <a:latin typeface="Georgia"/>
              </a:rPr>
              <a:t>LEARNING_RATE = 1e-3</a:t>
            </a:r>
          </a:p>
          <a:p>
            <a:pPr marL="0" indent="0">
              <a:buNone/>
            </a:pPr>
            <a:r>
              <a:rPr lang="en-GB" sz="1200">
                <a:latin typeface="Georgia"/>
              </a:rPr>
              <a:t>VAL_SPLIT = 0.2</a:t>
            </a:r>
            <a:endParaRPr lang="en-US" sz="1200">
              <a:latin typeface="Georgia"/>
            </a:endParaRPr>
          </a:p>
        </p:txBody>
      </p:sp>
    </p:spTree>
    <p:extLst>
      <p:ext uri="{BB962C8B-B14F-4D97-AF65-F5344CB8AC3E}">
        <p14:creationId xmlns:p14="http://schemas.microsoft.com/office/powerpoint/2010/main" val="185405737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20F28-DC61-6055-2A49-B94AA70EB8A5}"/>
            </a:ext>
          </a:extLst>
        </p:cNvPr>
        <p:cNvGrpSpPr/>
        <p:nvPr/>
      </p:nvGrpSpPr>
      <p:grpSpPr>
        <a:xfrm>
          <a:off x="0" y="0"/>
          <a:ext cx="0" cy="0"/>
          <a:chOff x="0" y="0"/>
          <a:chExt cx="0" cy="0"/>
        </a:xfrm>
      </p:grpSpPr>
      <p:pic>
        <p:nvPicPr>
          <p:cNvPr id="14" name="Picture 13" descr="A diagram of a computer process&#10;&#10;AI-generated content may be incorrect.">
            <a:extLst>
              <a:ext uri="{FF2B5EF4-FFF2-40B4-BE49-F238E27FC236}">
                <a16:creationId xmlns:a16="http://schemas.microsoft.com/office/drawing/2014/main" id="{32887E05-161D-30BC-6FED-B6D16A872DF3}"/>
              </a:ext>
            </a:extLst>
          </p:cNvPr>
          <p:cNvPicPr>
            <a:picLocks noChangeAspect="1"/>
          </p:cNvPicPr>
          <p:nvPr/>
        </p:nvPicPr>
        <p:blipFill>
          <a:blip r:embed="rId3"/>
          <a:srcRect l="37033" t="59876" r="6875" b="14310"/>
          <a:stretch>
            <a:fillRect/>
          </a:stretch>
        </p:blipFill>
        <p:spPr>
          <a:xfrm>
            <a:off x="4509179" y="4744277"/>
            <a:ext cx="6838760" cy="1767891"/>
          </a:xfrm>
          <a:prstGeom prst="rect">
            <a:avLst/>
          </a:prstGeom>
        </p:spPr>
      </p:pic>
      <p:sp>
        <p:nvSpPr>
          <p:cNvPr id="3" name="Rectangle 2">
            <a:extLst>
              <a:ext uri="{FF2B5EF4-FFF2-40B4-BE49-F238E27FC236}">
                <a16:creationId xmlns:a16="http://schemas.microsoft.com/office/drawing/2014/main" id="{B499B354-BABC-F671-FB1D-5D4C592F670E}"/>
              </a:ext>
            </a:extLst>
          </p:cNvPr>
          <p:cNvSpPr/>
          <p:nvPr/>
        </p:nvSpPr>
        <p:spPr>
          <a:xfrm>
            <a:off x="4509179" y="4648781"/>
            <a:ext cx="6775047" cy="1863387"/>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4" name="Content Placeholder 2">
            <a:extLst>
              <a:ext uri="{FF2B5EF4-FFF2-40B4-BE49-F238E27FC236}">
                <a16:creationId xmlns:a16="http://schemas.microsoft.com/office/drawing/2014/main" id="{A16BA5FC-068C-3356-2E35-B95413E0116E}"/>
              </a:ext>
            </a:extLst>
          </p:cNvPr>
          <p:cNvSpPr>
            <a:spLocks noGrp="1"/>
          </p:cNvSpPr>
          <p:nvPr>
            <p:ph idx="1"/>
          </p:nvPr>
        </p:nvSpPr>
        <p:spPr>
          <a:xfrm>
            <a:off x="318760" y="4648779"/>
            <a:ext cx="4126706" cy="1935018"/>
          </a:xfrm>
        </p:spPr>
        <p:txBody>
          <a:bodyPr vert="horz" lIns="91440" tIns="45720" rIns="91440" bIns="45720" rtlCol="0" anchor="t">
            <a:normAutofit/>
          </a:bodyPr>
          <a:lstStyle/>
          <a:p>
            <a:pPr marL="0" indent="0">
              <a:buNone/>
            </a:pPr>
            <a:r>
              <a:rPr lang="en-US" altLang="zh-CN" sz="2000" b="1">
                <a:highlight>
                  <a:srgbClr val="00D4CD"/>
                </a:highlight>
                <a:latin typeface="Georgia"/>
              </a:rPr>
              <a:t>(h) Case test on historical data</a:t>
            </a:r>
          </a:p>
          <a:p>
            <a:pPr marL="0" indent="0">
              <a:buNone/>
            </a:pPr>
            <a:r>
              <a:rPr lang="en-SG" sz="1800">
                <a:latin typeface="Georgia"/>
              </a:rPr>
              <a:t>The occupancy data of BEE Hub (</a:t>
            </a:r>
            <a:r>
              <a:rPr lang="en-SG" sz="1800">
                <a:latin typeface="Georgia"/>
                <a:hlinkClick r:id="rId4"/>
              </a:rPr>
              <a:t>link</a:t>
            </a:r>
            <a:r>
              <a:rPr lang="en-SG" sz="1800">
                <a:latin typeface="Georgia"/>
              </a:rPr>
              <a:t>)</a:t>
            </a:r>
            <a:br>
              <a:rPr lang="en-SG" sz="1800">
                <a:latin typeface="Georgia"/>
              </a:rPr>
            </a:br>
            <a:r>
              <a:rPr lang="en-SG" sz="1800">
                <a:latin typeface="Georgia"/>
              </a:rPr>
              <a:t>Then apply trained surrogate model and compare the energy performance with </a:t>
            </a:r>
            <a:r>
              <a:rPr lang="en-US" altLang="zh-CN" sz="1800">
                <a:latin typeface="Georgia"/>
              </a:rPr>
              <a:t>solely use background light</a:t>
            </a:r>
            <a:endParaRPr lang="en-US" sz="1800">
              <a:latin typeface="Georgia"/>
            </a:endParaRPr>
          </a:p>
          <a:p>
            <a:pPr marL="0" indent="0">
              <a:buNone/>
            </a:pPr>
            <a:endParaRPr lang="en-US" sz="1500">
              <a:latin typeface="Georgia"/>
            </a:endParaRPr>
          </a:p>
        </p:txBody>
      </p:sp>
      <p:sp>
        <p:nvSpPr>
          <p:cNvPr id="5" name="文本框 11">
            <a:extLst>
              <a:ext uri="{FF2B5EF4-FFF2-40B4-BE49-F238E27FC236}">
                <a16:creationId xmlns:a16="http://schemas.microsoft.com/office/drawing/2014/main" id="{75E296C3-A806-8713-253B-A0036E59F745}"/>
              </a:ext>
            </a:extLst>
          </p:cNvPr>
          <p:cNvSpPr txBox="1"/>
          <p:nvPr/>
        </p:nvSpPr>
        <p:spPr>
          <a:xfrm>
            <a:off x="318761" y="3988278"/>
            <a:ext cx="429822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GB" sz="800"/>
              <a:t>Average occupant count for BEE Hub on an average day. </a:t>
            </a:r>
            <a:r>
              <a:rPr lang="en-GB" altLang="zh-CN" sz="800" i="1">
                <a:latin typeface="Aptos Light"/>
                <a:ea typeface="等线"/>
              </a:rPr>
              <a:t>Tekler, Z.D., Ono, E., Peng, Y. et al. ROBOD, room-level occupancy and building operation dataset. Build. Simul. 15, 2127–2137 (2022). https://doi.org/10.1007/s12273-022-0925-9</a:t>
            </a:r>
            <a:endParaRPr lang="zh-CN" altLang="en-US" sz="800">
              <a:ea typeface="等线"/>
            </a:endParaRPr>
          </a:p>
        </p:txBody>
      </p:sp>
      <p:pic>
        <p:nvPicPr>
          <p:cNvPr id="6" name="Picture 5">
            <a:extLst>
              <a:ext uri="{FF2B5EF4-FFF2-40B4-BE49-F238E27FC236}">
                <a16:creationId xmlns:a16="http://schemas.microsoft.com/office/drawing/2014/main" id="{524A136A-90CF-DECD-4D45-82290673FE73}"/>
              </a:ext>
            </a:extLst>
          </p:cNvPr>
          <p:cNvPicPr>
            <a:picLocks noChangeAspect="1"/>
          </p:cNvPicPr>
          <p:nvPr/>
        </p:nvPicPr>
        <p:blipFill>
          <a:blip r:embed="rId5"/>
          <a:stretch>
            <a:fillRect/>
          </a:stretch>
        </p:blipFill>
        <p:spPr>
          <a:xfrm>
            <a:off x="403759" y="2962556"/>
            <a:ext cx="4105420" cy="816999"/>
          </a:xfrm>
          <a:prstGeom prst="rect">
            <a:avLst/>
          </a:prstGeom>
        </p:spPr>
      </p:pic>
      <p:pic>
        <p:nvPicPr>
          <p:cNvPr id="8" name="Picture 7">
            <a:extLst>
              <a:ext uri="{FF2B5EF4-FFF2-40B4-BE49-F238E27FC236}">
                <a16:creationId xmlns:a16="http://schemas.microsoft.com/office/drawing/2014/main" id="{F6C4B3FC-1325-AA59-E8D2-87191FDA7673}"/>
              </a:ext>
            </a:extLst>
          </p:cNvPr>
          <p:cNvPicPr>
            <a:picLocks noChangeAspect="1"/>
          </p:cNvPicPr>
          <p:nvPr/>
        </p:nvPicPr>
        <p:blipFill>
          <a:blip r:embed="rId6"/>
          <a:stretch>
            <a:fillRect/>
          </a:stretch>
        </p:blipFill>
        <p:spPr>
          <a:xfrm>
            <a:off x="5103198" y="2219157"/>
            <a:ext cx="6244741" cy="2107675"/>
          </a:xfrm>
          <a:prstGeom prst="rect">
            <a:avLst/>
          </a:prstGeom>
        </p:spPr>
      </p:pic>
      <p:cxnSp>
        <p:nvCxnSpPr>
          <p:cNvPr id="9" name="直接箭头连接符 14">
            <a:extLst>
              <a:ext uri="{FF2B5EF4-FFF2-40B4-BE49-F238E27FC236}">
                <a16:creationId xmlns:a16="http://schemas.microsoft.com/office/drawing/2014/main" id="{A383ED9D-5EFE-439A-F9D4-AF7B93B94DBD}"/>
              </a:ext>
            </a:extLst>
          </p:cNvPr>
          <p:cNvCxnSpPr>
            <a:cxnSpLocks/>
          </p:cNvCxnSpPr>
          <p:nvPr/>
        </p:nvCxnSpPr>
        <p:spPr>
          <a:xfrm flipH="1">
            <a:off x="5234609" y="3902765"/>
            <a:ext cx="5883965" cy="0"/>
          </a:xfrm>
          <a:prstGeom prst="straightConnector1">
            <a:avLst/>
          </a:prstGeom>
          <a:ln w="28575">
            <a:solidFill>
              <a:srgbClr val="FF00EE"/>
            </a:solidFill>
          </a:ln>
        </p:spPr>
        <p:style>
          <a:lnRef idx="1">
            <a:schemeClr val="accent5"/>
          </a:lnRef>
          <a:fillRef idx="0">
            <a:schemeClr val="accent5"/>
          </a:fillRef>
          <a:effectRef idx="0">
            <a:schemeClr val="accent5"/>
          </a:effectRef>
          <a:fontRef idx="minor">
            <a:schemeClr val="tx1"/>
          </a:fontRef>
        </p:style>
      </p:cxnSp>
      <p:sp>
        <p:nvSpPr>
          <p:cNvPr id="11" name="Title 1">
            <a:extLst>
              <a:ext uri="{FF2B5EF4-FFF2-40B4-BE49-F238E27FC236}">
                <a16:creationId xmlns:a16="http://schemas.microsoft.com/office/drawing/2014/main" id="{BF77347C-CE77-8389-92FB-C5E2A63D7EEC}"/>
              </a:ext>
            </a:extLst>
          </p:cNvPr>
          <p:cNvSpPr txBox="1">
            <a:spLocks/>
          </p:cNvSpPr>
          <p:nvPr/>
        </p:nvSpPr>
        <p:spPr>
          <a:xfrm>
            <a:off x="2058" y="-1459"/>
            <a:ext cx="12189942" cy="10492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solidFill>
                  <a:srgbClr val="DE00E3"/>
                </a:solidFill>
                <a:latin typeface="Verdana Pro Cond Black"/>
              </a:rPr>
              <a:t>Methodology </a:t>
            </a:r>
            <a:r>
              <a:rPr lang="en-US" sz="2800" i="1" u="sng">
                <a:latin typeface="Verdana Pro Cond Black"/>
              </a:rPr>
              <a:t>– Optimize control strategy, Create Dataset, Train surrogate model, Apply to physical case</a:t>
            </a:r>
          </a:p>
        </p:txBody>
      </p:sp>
    </p:spTree>
    <p:extLst>
      <p:ext uri="{BB962C8B-B14F-4D97-AF65-F5344CB8AC3E}">
        <p14:creationId xmlns:p14="http://schemas.microsoft.com/office/powerpoint/2010/main" val="116412965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FB190-C1F4-400B-D583-028653760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51C813-EDAB-0A5E-0DC5-D22FBBC4006C}"/>
              </a:ext>
            </a:extLst>
          </p:cNvPr>
          <p:cNvSpPr txBox="1">
            <a:spLocks/>
          </p:cNvSpPr>
          <p:nvPr/>
        </p:nvSpPr>
        <p:spPr>
          <a:xfrm>
            <a:off x="801129" y="114789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latin typeface="Verdana Pro Cond Black"/>
              </a:rPr>
              <a:t>Problem Description</a:t>
            </a:r>
          </a:p>
        </p:txBody>
      </p:sp>
      <p:sp>
        <p:nvSpPr>
          <p:cNvPr id="3" name="Title 1">
            <a:extLst>
              <a:ext uri="{FF2B5EF4-FFF2-40B4-BE49-F238E27FC236}">
                <a16:creationId xmlns:a16="http://schemas.microsoft.com/office/drawing/2014/main" id="{41985566-263B-15BC-756E-D3B5A8878D31}"/>
              </a:ext>
            </a:extLst>
          </p:cNvPr>
          <p:cNvSpPr txBox="1">
            <a:spLocks/>
          </p:cNvSpPr>
          <p:nvPr/>
        </p:nvSpPr>
        <p:spPr>
          <a:xfrm>
            <a:off x="801129" y="2043579"/>
            <a:ext cx="10589742" cy="15826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i="1" u="sng">
                <a:latin typeface="Verdana Pro Cond Black"/>
              </a:rPr>
              <a:t>Method</a:t>
            </a:r>
            <a:r>
              <a:rPr lang="en-US" altLang="zh-CN" sz="2800" i="1" u="sng">
                <a:latin typeface="Verdana Pro Cond Black"/>
              </a:rPr>
              <a:t>ology</a:t>
            </a:r>
            <a:r>
              <a:rPr lang="en-US" sz="2800" i="1" u="sng">
                <a:latin typeface="Verdana Pro Cond Black"/>
              </a:rPr>
              <a:t> – Optimize control strategy, Create Dataset, Train surrogate model, Apply to physical case</a:t>
            </a:r>
          </a:p>
        </p:txBody>
      </p:sp>
      <p:sp>
        <p:nvSpPr>
          <p:cNvPr id="4" name="Title 1">
            <a:extLst>
              <a:ext uri="{FF2B5EF4-FFF2-40B4-BE49-F238E27FC236}">
                <a16:creationId xmlns:a16="http://schemas.microsoft.com/office/drawing/2014/main" id="{68ACD16D-15A6-5571-8342-64958AD3F933}"/>
              </a:ext>
            </a:extLst>
          </p:cNvPr>
          <p:cNvSpPr txBox="1">
            <a:spLocks/>
          </p:cNvSpPr>
          <p:nvPr/>
        </p:nvSpPr>
        <p:spPr>
          <a:xfrm>
            <a:off x="801129" y="3859341"/>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DE00E3"/>
                </a:solidFill>
                <a:latin typeface="Verdana Pro Cond Black"/>
              </a:rPr>
              <a:t>Results</a:t>
            </a:r>
            <a:r>
              <a:rPr lang="en-US" sz="2800" i="1" u="sng">
                <a:latin typeface="Verdana Pro Cond Black"/>
              </a:rPr>
              <a:t> – Saving potential</a:t>
            </a:r>
          </a:p>
        </p:txBody>
      </p:sp>
    </p:spTree>
    <p:extLst>
      <p:ext uri="{BB962C8B-B14F-4D97-AF65-F5344CB8AC3E}">
        <p14:creationId xmlns:p14="http://schemas.microsoft.com/office/powerpoint/2010/main" val="19235595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C4FDC-E061-D670-7A6D-6F4EC9BF31C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F313995-F9E6-EABA-CC90-62ED29EAFE0E}"/>
              </a:ext>
            </a:extLst>
          </p:cNvPr>
          <p:cNvSpPr txBox="1">
            <a:spLocks/>
          </p:cNvSpPr>
          <p:nvPr/>
        </p:nvSpPr>
        <p:spPr>
          <a:xfrm>
            <a:off x="0" y="0"/>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DE00E3"/>
                </a:solidFill>
                <a:latin typeface="Verdana Pro Cond Black"/>
              </a:rPr>
              <a:t>Results</a:t>
            </a:r>
            <a:r>
              <a:rPr lang="en-US" sz="2800" i="1" u="sng">
                <a:latin typeface="Verdana Pro Cond Black"/>
              </a:rPr>
              <a:t> – Saving potential</a:t>
            </a:r>
          </a:p>
        </p:txBody>
      </p:sp>
      <p:sp>
        <p:nvSpPr>
          <p:cNvPr id="6" name="文本框 11">
            <a:extLst>
              <a:ext uri="{FF2B5EF4-FFF2-40B4-BE49-F238E27FC236}">
                <a16:creationId xmlns:a16="http://schemas.microsoft.com/office/drawing/2014/main" id="{0F6E4F1D-308A-C507-1906-9E5775491A43}"/>
              </a:ext>
            </a:extLst>
          </p:cNvPr>
          <p:cNvSpPr txBox="1"/>
          <p:nvPr/>
        </p:nvSpPr>
        <p:spPr>
          <a:xfrm>
            <a:off x="442155" y="6248380"/>
            <a:ext cx="429822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GB" altLang="zh-CN" sz="800" i="1">
                <a:latin typeface="Aptos Light"/>
                <a:ea typeface="等线"/>
              </a:rPr>
              <a:t>Tekler, Z.D., Ono, E., Peng, Y. et al. ROBOD, room-level occupancy and building operation dataset. Build. Simul. 15, 2127–2137 (2022). https://doi.org/10.1007/s12273-022-0925-9</a:t>
            </a:r>
            <a:endParaRPr lang="zh-CN" altLang="en-US" sz="800">
              <a:ea typeface="等线"/>
            </a:endParaRPr>
          </a:p>
        </p:txBody>
      </p:sp>
      <p:sp>
        <p:nvSpPr>
          <p:cNvPr id="11" name="文本框 10">
            <a:extLst>
              <a:ext uri="{FF2B5EF4-FFF2-40B4-BE49-F238E27FC236}">
                <a16:creationId xmlns:a16="http://schemas.microsoft.com/office/drawing/2014/main" id="{3D1589CE-8D3D-ACE5-3C1F-B8BAEC9C5126}"/>
              </a:ext>
            </a:extLst>
          </p:cNvPr>
          <p:cNvSpPr txBox="1"/>
          <p:nvPr/>
        </p:nvSpPr>
        <p:spPr>
          <a:xfrm>
            <a:off x="7435468" y="1126854"/>
            <a:ext cx="440162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zh-CN" altLang="en-US">
                <a:latin typeface="Georgia"/>
                <a:ea typeface="等线"/>
              </a:rPr>
              <a:t>Occupancy could be high in some nights at BEE hub</a:t>
            </a:r>
          </a:p>
          <a:p>
            <a:pPr marL="285750" indent="-285750">
              <a:buFont typeface="Arial"/>
              <a:buChar char="•"/>
            </a:pPr>
            <a:r>
              <a:rPr lang="zh-CN" altLang="en-US">
                <a:latin typeface="Georgia"/>
                <a:ea typeface="等线"/>
              </a:rPr>
              <a:t>Maximum occupancy of seats is 10 during the study period</a:t>
            </a:r>
          </a:p>
          <a:p>
            <a:pPr marL="285750" indent="-285750">
              <a:buFont typeface="Arial"/>
              <a:buChar char="•"/>
            </a:pPr>
            <a:r>
              <a:rPr lang="zh-CN" altLang="en-US">
                <a:latin typeface="Georgia"/>
                <a:ea typeface="等线"/>
              </a:rPr>
              <a:t>Total energy use: Optimized power from 39.92 kWh to 34.72 kWh in 285 hours in total</a:t>
            </a:r>
          </a:p>
        </p:txBody>
      </p:sp>
      <p:grpSp>
        <p:nvGrpSpPr>
          <p:cNvPr id="12" name="组合 11">
            <a:extLst>
              <a:ext uri="{FF2B5EF4-FFF2-40B4-BE49-F238E27FC236}">
                <a16:creationId xmlns:a16="http://schemas.microsoft.com/office/drawing/2014/main" id="{CA7578FF-70CD-2263-97D0-D0FCA9E32459}"/>
              </a:ext>
            </a:extLst>
          </p:cNvPr>
          <p:cNvGrpSpPr/>
          <p:nvPr/>
        </p:nvGrpSpPr>
        <p:grpSpPr>
          <a:xfrm>
            <a:off x="196839" y="762582"/>
            <a:ext cx="7008516" cy="4394157"/>
            <a:chOff x="196839" y="762582"/>
            <a:chExt cx="7645411" cy="4792216"/>
          </a:xfrm>
        </p:grpSpPr>
        <p:pic>
          <p:nvPicPr>
            <p:cNvPr id="3" name="Picture 2" descr="A graph showing a number of data&#10;&#10;AI-generated content may be incorrect.">
              <a:extLst>
                <a:ext uri="{FF2B5EF4-FFF2-40B4-BE49-F238E27FC236}">
                  <a16:creationId xmlns:a16="http://schemas.microsoft.com/office/drawing/2014/main" id="{6F6E486B-83F3-7A48-E97F-3737FC25AF37}"/>
                </a:ext>
              </a:extLst>
            </p:cNvPr>
            <p:cNvPicPr>
              <a:picLocks noChangeAspect="1"/>
            </p:cNvPicPr>
            <p:nvPr/>
          </p:nvPicPr>
          <p:blipFill>
            <a:blip r:embed="rId3"/>
            <a:stretch>
              <a:fillRect/>
            </a:stretch>
          </p:blipFill>
          <p:spPr>
            <a:xfrm>
              <a:off x="196839" y="808587"/>
              <a:ext cx="7645411" cy="3185588"/>
            </a:xfrm>
            <a:prstGeom prst="rect">
              <a:avLst/>
            </a:prstGeom>
          </p:spPr>
        </p:pic>
        <p:sp>
          <p:nvSpPr>
            <p:cNvPr id="4" name="Rectangle 3">
              <a:extLst>
                <a:ext uri="{FF2B5EF4-FFF2-40B4-BE49-F238E27FC236}">
                  <a16:creationId xmlns:a16="http://schemas.microsoft.com/office/drawing/2014/main" id="{03326C7E-FA10-EADC-ABC9-7EFB9A338F5B}"/>
                </a:ext>
              </a:extLst>
            </p:cNvPr>
            <p:cNvSpPr/>
            <p:nvPr/>
          </p:nvSpPr>
          <p:spPr>
            <a:xfrm>
              <a:off x="2555921" y="762582"/>
              <a:ext cx="3199614" cy="364378"/>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pic>
          <p:nvPicPr>
            <p:cNvPr id="7" name="Picture 6">
              <a:extLst>
                <a:ext uri="{FF2B5EF4-FFF2-40B4-BE49-F238E27FC236}">
                  <a16:creationId xmlns:a16="http://schemas.microsoft.com/office/drawing/2014/main" id="{579F57D9-1A90-19AC-8D2B-18D0A79FFA2D}"/>
                </a:ext>
              </a:extLst>
            </p:cNvPr>
            <p:cNvPicPr>
              <a:picLocks noChangeAspect="1"/>
            </p:cNvPicPr>
            <p:nvPr/>
          </p:nvPicPr>
          <p:blipFill>
            <a:blip r:embed="rId4"/>
            <a:stretch>
              <a:fillRect/>
            </a:stretch>
          </p:blipFill>
          <p:spPr>
            <a:xfrm>
              <a:off x="444500" y="4089400"/>
              <a:ext cx="7321084" cy="1456931"/>
            </a:xfrm>
            <a:prstGeom prst="rect">
              <a:avLst/>
            </a:prstGeom>
          </p:spPr>
        </p:pic>
        <p:sp>
          <p:nvSpPr>
            <p:cNvPr id="2" name="Rectangle 3">
              <a:extLst>
                <a:ext uri="{FF2B5EF4-FFF2-40B4-BE49-F238E27FC236}">
                  <a16:creationId xmlns:a16="http://schemas.microsoft.com/office/drawing/2014/main" id="{FA940CC6-96EB-0614-6B14-5C96381CB771}"/>
                </a:ext>
              </a:extLst>
            </p:cNvPr>
            <p:cNvSpPr/>
            <p:nvPr/>
          </p:nvSpPr>
          <p:spPr>
            <a:xfrm>
              <a:off x="928947" y="4232771"/>
              <a:ext cx="2128696" cy="1322027"/>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sp>
          <p:nvSpPr>
            <p:cNvPr id="8" name="Rectangle 3">
              <a:extLst>
                <a:ext uri="{FF2B5EF4-FFF2-40B4-BE49-F238E27FC236}">
                  <a16:creationId xmlns:a16="http://schemas.microsoft.com/office/drawing/2014/main" id="{55541DB7-C578-5F57-3B72-A2569337067A}"/>
                </a:ext>
              </a:extLst>
            </p:cNvPr>
            <p:cNvSpPr/>
            <p:nvPr/>
          </p:nvSpPr>
          <p:spPr>
            <a:xfrm>
              <a:off x="6098190" y="4232771"/>
              <a:ext cx="1366697" cy="1322027"/>
            </a:xfrm>
            <a:prstGeom prst="rect">
              <a:avLst/>
            </a:prstGeom>
            <a:noFill/>
            <a:ln w="76200" cap="flat" cmpd="sng" algn="ctr">
              <a:solidFill>
                <a:srgbClr val="DE00E3"/>
              </a:solidFill>
              <a:prstDash val="sysDot"/>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SG"/>
            </a:p>
          </p:txBody>
        </p:sp>
      </p:grpSp>
      <p:pic>
        <p:nvPicPr>
          <p:cNvPr id="13" name="图片 12" descr="图表, 瀑布图&#10;&#10;AI 生成的内容可能不正确。">
            <a:extLst>
              <a:ext uri="{FF2B5EF4-FFF2-40B4-BE49-F238E27FC236}">
                <a16:creationId xmlns:a16="http://schemas.microsoft.com/office/drawing/2014/main" id="{38C62834-40E4-3443-497A-ED808236BD07}"/>
              </a:ext>
            </a:extLst>
          </p:cNvPr>
          <p:cNvPicPr>
            <a:picLocks noChangeAspect="1"/>
          </p:cNvPicPr>
          <p:nvPr/>
        </p:nvPicPr>
        <p:blipFill>
          <a:blip r:embed="rId5"/>
          <a:stretch>
            <a:fillRect/>
          </a:stretch>
        </p:blipFill>
        <p:spPr>
          <a:xfrm>
            <a:off x="7433977" y="3623907"/>
            <a:ext cx="4409507" cy="2806037"/>
          </a:xfrm>
          <a:prstGeom prst="rect">
            <a:avLst/>
          </a:prstGeom>
        </p:spPr>
      </p:pic>
    </p:spTree>
    <p:extLst>
      <p:ext uri="{BB962C8B-B14F-4D97-AF65-F5344CB8AC3E}">
        <p14:creationId xmlns:p14="http://schemas.microsoft.com/office/powerpoint/2010/main" val="33380067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662C3-7010-F9E1-146D-86C3A14FF5B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9136410-0FF5-E2F3-F57C-8AA7B5357E10}"/>
              </a:ext>
            </a:extLst>
          </p:cNvPr>
          <p:cNvSpPr txBox="1">
            <a:spLocks/>
          </p:cNvSpPr>
          <p:nvPr/>
        </p:nvSpPr>
        <p:spPr>
          <a:xfrm>
            <a:off x="0" y="0"/>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DE00E3"/>
                </a:solidFill>
                <a:latin typeface="Verdana Pro Cond Black"/>
              </a:rPr>
              <a:t>Results</a:t>
            </a:r>
            <a:r>
              <a:rPr lang="en-US" sz="2800" i="1" u="sng">
                <a:latin typeface="Verdana Pro Cond Black"/>
              </a:rPr>
              <a:t> – Saving potential</a:t>
            </a:r>
          </a:p>
        </p:txBody>
      </p:sp>
      <p:sp>
        <p:nvSpPr>
          <p:cNvPr id="3" name="文本框 2">
            <a:extLst>
              <a:ext uri="{FF2B5EF4-FFF2-40B4-BE49-F238E27FC236}">
                <a16:creationId xmlns:a16="http://schemas.microsoft.com/office/drawing/2014/main" id="{D7DF4A13-D29A-03A9-1A26-49160340CF4D}"/>
              </a:ext>
            </a:extLst>
          </p:cNvPr>
          <p:cNvSpPr txBox="1"/>
          <p:nvPr/>
        </p:nvSpPr>
        <p:spPr>
          <a:xfrm>
            <a:off x="329256" y="931206"/>
            <a:ext cx="322881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a:latin typeface="Georgia"/>
                <a:ea typeface="等线"/>
              </a:rPr>
              <a:t>Previous Power: ceiling light control only</a:t>
            </a:r>
          </a:p>
          <a:p>
            <a:endParaRPr lang="zh-CN" altLang="en-US">
              <a:latin typeface="Georgia"/>
              <a:ea typeface="等线" panose="02010600030101010101" pitchFamily="2" charset="-122"/>
            </a:endParaRPr>
          </a:p>
          <a:p>
            <a:r>
              <a:rPr lang="zh-CN" altLang="en-US">
                <a:latin typeface="Georgia"/>
                <a:ea typeface="等线"/>
              </a:rPr>
              <a:t>Simple Combined: 5-level desk light + 3-level ceiling light at the seats occupied</a:t>
            </a:r>
          </a:p>
          <a:p>
            <a:endParaRPr lang="zh-CN" altLang="en-US">
              <a:latin typeface="Georgia"/>
              <a:ea typeface="等线"/>
            </a:endParaRPr>
          </a:p>
          <a:p>
            <a:r>
              <a:rPr lang="zh-CN" altLang="en-US">
                <a:latin typeface="Georgia"/>
                <a:ea typeface="等线"/>
              </a:rPr>
              <a:t>Optimized Power: Prediction by ML model</a:t>
            </a:r>
          </a:p>
        </p:txBody>
      </p:sp>
      <p:sp>
        <p:nvSpPr>
          <p:cNvPr id="4" name="文本框 3">
            <a:extLst>
              <a:ext uri="{FF2B5EF4-FFF2-40B4-BE49-F238E27FC236}">
                <a16:creationId xmlns:a16="http://schemas.microsoft.com/office/drawing/2014/main" id="{BF20B2E7-660B-6059-97D3-829DFECA0B6B}"/>
              </a:ext>
            </a:extLst>
          </p:cNvPr>
          <p:cNvSpPr txBox="1"/>
          <p:nvPr/>
        </p:nvSpPr>
        <p:spPr>
          <a:xfrm>
            <a:off x="319609" y="3815231"/>
            <a:ext cx="322881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zh-CN" altLang="en-US" b="1">
                <a:latin typeface="Georgia"/>
                <a:ea typeface="等线"/>
              </a:rPr>
              <a:t>Conclusion:</a:t>
            </a:r>
          </a:p>
          <a:p>
            <a:endParaRPr lang="zh-CN" altLang="en-US" b="1">
              <a:latin typeface="Georgia"/>
              <a:ea typeface="等线"/>
            </a:endParaRPr>
          </a:p>
          <a:p>
            <a:pPr marL="285750" indent="-285750">
              <a:buFont typeface="Arial"/>
              <a:buChar char="•"/>
            </a:pPr>
            <a:r>
              <a:rPr lang="zh-CN" altLang="en-US">
                <a:latin typeface="Georgia"/>
                <a:ea typeface="等线"/>
              </a:rPr>
              <a:t>Compared to previous power, simple combined and optimized power can significantly decrease the lighting power (55.5% and </a:t>
            </a:r>
            <a:r>
              <a:rPr lang="zh-CN">
                <a:latin typeface="Georgia"/>
                <a:ea typeface="等线"/>
              </a:rPr>
              <a:t>68.3% </a:t>
            </a:r>
            <a:r>
              <a:rPr lang="zh-CN" altLang="en-US">
                <a:latin typeface="Georgia"/>
                <a:ea typeface="等线"/>
              </a:rPr>
              <a:t>respectively) </a:t>
            </a:r>
          </a:p>
        </p:txBody>
      </p:sp>
      <p:sp>
        <p:nvSpPr>
          <p:cNvPr id="6" name="文本框 5">
            <a:extLst>
              <a:ext uri="{FF2B5EF4-FFF2-40B4-BE49-F238E27FC236}">
                <a16:creationId xmlns:a16="http://schemas.microsoft.com/office/drawing/2014/main" id="{F97D7F58-1B60-92B8-28FC-CDEA35B4BB07}"/>
              </a:ext>
            </a:extLst>
          </p:cNvPr>
          <p:cNvSpPr txBox="1"/>
          <p:nvPr/>
        </p:nvSpPr>
        <p:spPr>
          <a:xfrm>
            <a:off x="319608" y="5831155"/>
            <a:ext cx="112539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zh-CN" altLang="en-US" b="1">
              <a:latin typeface="Georgia"/>
              <a:ea typeface="等线"/>
            </a:endParaRPr>
          </a:p>
          <a:p>
            <a:pPr marL="285750" indent="-285750">
              <a:buFont typeface="Arial"/>
              <a:buChar char="•"/>
            </a:pPr>
            <a:r>
              <a:rPr lang="zh-CN" altLang="en-US">
                <a:latin typeface="Georgia"/>
                <a:ea typeface="等线"/>
              </a:rPr>
              <a:t>Optimized Power generally performs better than Simple Combined except 1-person occupancy.</a:t>
            </a:r>
          </a:p>
        </p:txBody>
      </p:sp>
      <p:pic>
        <p:nvPicPr>
          <p:cNvPr id="7" name="图片 6" descr="图表, 折线图&#10;&#10;AI 生成的内容可能不正确。">
            <a:extLst>
              <a:ext uri="{FF2B5EF4-FFF2-40B4-BE49-F238E27FC236}">
                <a16:creationId xmlns:a16="http://schemas.microsoft.com/office/drawing/2014/main" id="{79AC7A8D-7BC9-6E86-A509-574416097884}"/>
              </a:ext>
            </a:extLst>
          </p:cNvPr>
          <p:cNvPicPr>
            <a:picLocks noChangeAspect="1"/>
          </p:cNvPicPr>
          <p:nvPr/>
        </p:nvPicPr>
        <p:blipFill>
          <a:blip r:embed="rId3"/>
          <a:stretch>
            <a:fillRect/>
          </a:stretch>
        </p:blipFill>
        <p:spPr>
          <a:xfrm>
            <a:off x="3750679" y="1042386"/>
            <a:ext cx="8047299" cy="4773230"/>
          </a:xfrm>
          <a:prstGeom prst="rect">
            <a:avLst/>
          </a:prstGeom>
        </p:spPr>
      </p:pic>
    </p:spTree>
    <p:extLst>
      <p:ext uri="{BB962C8B-B14F-4D97-AF65-F5344CB8AC3E}">
        <p14:creationId xmlns:p14="http://schemas.microsoft.com/office/powerpoint/2010/main" val="382648413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61F8-295B-44C8-81DA-E0BC2C53C73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F348820-12B6-9DAE-2632-F71DC2F15259}"/>
              </a:ext>
            </a:extLst>
          </p:cNvPr>
          <p:cNvSpPr txBox="1">
            <a:spLocks/>
          </p:cNvSpPr>
          <p:nvPr/>
        </p:nvSpPr>
        <p:spPr>
          <a:xfrm>
            <a:off x="0" y="0"/>
            <a:ext cx="10515600" cy="6117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i="1" u="sng">
                <a:solidFill>
                  <a:srgbClr val="DE00E3"/>
                </a:solidFill>
                <a:latin typeface="Verdana Pro Cond Black"/>
              </a:rPr>
              <a:t>Results</a:t>
            </a:r>
            <a:r>
              <a:rPr lang="en-US" sz="2800" i="1" u="sng">
                <a:latin typeface="Verdana Pro Cond Black"/>
              </a:rPr>
              <a:t> – Saving potential</a:t>
            </a:r>
          </a:p>
        </p:txBody>
      </p:sp>
      <p:sp>
        <p:nvSpPr>
          <p:cNvPr id="11" name="文本框 10">
            <a:extLst>
              <a:ext uri="{FF2B5EF4-FFF2-40B4-BE49-F238E27FC236}">
                <a16:creationId xmlns:a16="http://schemas.microsoft.com/office/drawing/2014/main" id="{DB6A1212-B4E6-2945-57DB-03B5AF81347F}"/>
              </a:ext>
            </a:extLst>
          </p:cNvPr>
          <p:cNvSpPr txBox="1"/>
          <p:nvPr/>
        </p:nvSpPr>
        <p:spPr>
          <a:xfrm>
            <a:off x="720554" y="5214881"/>
            <a:ext cx="1082821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zh-CN" altLang="en-US">
                <a:latin typeface="Georgia"/>
                <a:ea typeface="等线"/>
              </a:rPr>
              <a:t>Overall the Optimized Power perform better than the other two.</a:t>
            </a:r>
          </a:p>
          <a:p>
            <a:pPr marL="285750" indent="-285750">
              <a:buFont typeface="Arial"/>
              <a:buChar char="•"/>
            </a:pPr>
            <a:r>
              <a:rPr lang="zh-CN" altLang="en-US">
                <a:latin typeface="Georgia"/>
                <a:ea typeface="等线"/>
              </a:rPr>
              <a:t>Limitation: The predictions at low occupancy are often not optimal.</a:t>
            </a:r>
          </a:p>
          <a:p>
            <a:pPr marL="285750" indent="-285750">
              <a:buFont typeface="Arial"/>
              <a:buChar char="•"/>
            </a:pPr>
            <a:endParaRPr lang="zh-CN" altLang="en-US">
              <a:latin typeface="Georgia"/>
              <a:ea typeface="等线"/>
            </a:endParaRPr>
          </a:p>
          <a:p>
            <a:pPr marL="285750" indent="-285750">
              <a:buFont typeface="Arial"/>
              <a:buChar char="•"/>
            </a:pPr>
            <a:r>
              <a:rPr lang="zh-CN" altLang="en-US">
                <a:latin typeface="Georgia"/>
                <a:ea typeface="等线"/>
              </a:rPr>
              <a:t>Future work: fix the inaccuracy at lower occupancy; incorporate daylighting simulation</a:t>
            </a:r>
          </a:p>
        </p:txBody>
      </p:sp>
      <p:pic>
        <p:nvPicPr>
          <p:cNvPr id="9" name="图片 8" descr="图表, 直方图&#10;&#10;AI 生成的内容可能不正确。">
            <a:extLst>
              <a:ext uri="{FF2B5EF4-FFF2-40B4-BE49-F238E27FC236}">
                <a16:creationId xmlns:a16="http://schemas.microsoft.com/office/drawing/2014/main" id="{A3F3BF29-3C55-B22B-0E32-06059D7FBB15}"/>
              </a:ext>
            </a:extLst>
          </p:cNvPr>
          <p:cNvPicPr>
            <a:picLocks noChangeAspect="1"/>
          </p:cNvPicPr>
          <p:nvPr/>
        </p:nvPicPr>
        <p:blipFill>
          <a:blip r:embed="rId3"/>
          <a:srcRect t="5469" r="-71" b="260"/>
          <a:stretch>
            <a:fillRect/>
          </a:stretch>
        </p:blipFill>
        <p:spPr>
          <a:xfrm>
            <a:off x="267730" y="956384"/>
            <a:ext cx="11283580" cy="3720302"/>
          </a:xfrm>
          <a:prstGeom prst="rect">
            <a:avLst/>
          </a:prstGeom>
        </p:spPr>
      </p:pic>
    </p:spTree>
    <p:extLst>
      <p:ext uri="{BB962C8B-B14F-4D97-AF65-F5344CB8AC3E}">
        <p14:creationId xmlns:p14="http://schemas.microsoft.com/office/powerpoint/2010/main" val="360854277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D3CA9-8D80-042E-001D-B76CA082E84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D7DC0B2-1D9F-4F33-0565-F9DA70C2E528}"/>
              </a:ext>
            </a:extLst>
          </p:cNvPr>
          <p:cNvPicPr>
            <a:picLocks noChangeAspect="1"/>
          </p:cNvPicPr>
          <p:nvPr/>
        </p:nvPicPr>
        <p:blipFill>
          <a:blip r:embed="rId2"/>
          <a:stretch>
            <a:fillRect/>
          </a:stretch>
        </p:blipFill>
        <p:spPr>
          <a:xfrm>
            <a:off x="0" y="812042"/>
            <a:ext cx="12192000" cy="5012854"/>
          </a:xfrm>
          <a:prstGeom prst="rect">
            <a:avLst/>
          </a:prstGeom>
        </p:spPr>
      </p:pic>
      <p:sp>
        <p:nvSpPr>
          <p:cNvPr id="4" name="Title 1">
            <a:extLst>
              <a:ext uri="{FF2B5EF4-FFF2-40B4-BE49-F238E27FC236}">
                <a16:creationId xmlns:a16="http://schemas.microsoft.com/office/drawing/2014/main" id="{C1777BBD-0DE6-8B20-27A5-7A7DDE70E11A}"/>
              </a:ext>
            </a:extLst>
          </p:cNvPr>
          <p:cNvSpPr txBox="1">
            <a:spLocks/>
          </p:cNvSpPr>
          <p:nvPr/>
        </p:nvSpPr>
        <p:spPr>
          <a:xfrm>
            <a:off x="1413327" y="4935963"/>
            <a:ext cx="10515600" cy="14271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lnSpc>
                <a:spcPct val="150000"/>
              </a:lnSpc>
            </a:pPr>
            <a:r>
              <a:rPr lang="en-GB" altLang="zh-CN" sz="2800" i="1" u="sng">
                <a:solidFill>
                  <a:srgbClr val="DE00E3"/>
                </a:solidFill>
                <a:latin typeface="Verdana Pro Cond Black"/>
              </a:rPr>
              <a:t>Thanks:)</a:t>
            </a:r>
          </a:p>
        </p:txBody>
      </p:sp>
    </p:spTree>
    <p:extLst>
      <p:ext uri="{BB962C8B-B14F-4D97-AF65-F5344CB8AC3E}">
        <p14:creationId xmlns:p14="http://schemas.microsoft.com/office/powerpoint/2010/main" val="12313451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2168</Words>
  <Application>Microsoft Office PowerPoint</Application>
  <PresentationFormat>Widescreen</PresentationFormat>
  <Paragraphs>178</Paragraphs>
  <Slides>25</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等线</vt:lpstr>
      <vt:lpstr>Aptos</vt:lpstr>
      <vt:lpstr>Aptos Display</vt:lpstr>
      <vt:lpstr>Aptos Light</vt:lpstr>
      <vt:lpstr>Arial</vt:lpstr>
      <vt:lpstr>Georgia</vt:lpstr>
      <vt:lpstr>Verdana Pro Cond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 Guanli</dc:creator>
  <cp:lastModifiedBy>Kefan Chen</cp:lastModifiedBy>
  <cp:revision>1</cp:revision>
  <dcterms:created xsi:type="dcterms:W3CDTF">2025-09-02T05:23:46Z</dcterms:created>
  <dcterms:modified xsi:type="dcterms:W3CDTF">2025-11-19T14:16:41Z</dcterms:modified>
</cp:coreProperties>
</file>